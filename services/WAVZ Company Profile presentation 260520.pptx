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2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9" r:id="rId1"/>
    <p:sldMasterId id="2147483870" r:id="rId2"/>
    <p:sldMasterId id="2147483886" r:id="rId3"/>
  </p:sldMasterIdLst>
  <p:notesMasterIdLst>
    <p:notesMasterId r:id="rId21"/>
  </p:notesMasterIdLst>
  <p:sldIdLst>
    <p:sldId id="256" r:id="rId4"/>
    <p:sldId id="2139122449" r:id="rId5"/>
    <p:sldId id="2147483518" r:id="rId6"/>
    <p:sldId id="2147483532" r:id="rId7"/>
    <p:sldId id="2147483519" r:id="rId8"/>
    <p:sldId id="2147483528" r:id="rId9"/>
    <p:sldId id="2147483526" r:id="rId10"/>
    <p:sldId id="2147483520" r:id="rId11"/>
    <p:sldId id="2147483533" r:id="rId12"/>
    <p:sldId id="2147483521" r:id="rId13"/>
    <p:sldId id="2147483522" r:id="rId14"/>
    <p:sldId id="2147483527" r:id="rId15"/>
    <p:sldId id="2147472892" r:id="rId16"/>
    <p:sldId id="2147483534" r:id="rId17"/>
    <p:sldId id="2147483524" r:id="rId18"/>
    <p:sldId id="2147483523" r:id="rId19"/>
    <p:sldId id="311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45469"/>
        </a:solidFill>
        <a:effectLst/>
        <a:uFillTx/>
        <a:latin typeface="Lato"/>
        <a:ea typeface="Lato"/>
        <a:cs typeface="Lato"/>
        <a:sym typeface="Lat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45469"/>
        </a:solidFill>
        <a:effectLst/>
        <a:uFillTx/>
        <a:latin typeface="Lato"/>
        <a:ea typeface="Lato"/>
        <a:cs typeface="Lato"/>
        <a:sym typeface="Lat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45469"/>
        </a:solidFill>
        <a:effectLst/>
        <a:uFillTx/>
        <a:latin typeface="Lato"/>
        <a:ea typeface="Lato"/>
        <a:cs typeface="Lato"/>
        <a:sym typeface="Lat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45469"/>
        </a:solidFill>
        <a:effectLst/>
        <a:uFillTx/>
        <a:latin typeface="Lato"/>
        <a:ea typeface="Lato"/>
        <a:cs typeface="Lato"/>
        <a:sym typeface="Lat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45469"/>
        </a:solidFill>
        <a:effectLst/>
        <a:uFillTx/>
        <a:latin typeface="Lato"/>
        <a:ea typeface="Lato"/>
        <a:cs typeface="Lato"/>
        <a:sym typeface="Lat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45469"/>
        </a:solidFill>
        <a:effectLst/>
        <a:uFillTx/>
        <a:latin typeface="Lato"/>
        <a:ea typeface="Lato"/>
        <a:cs typeface="Lato"/>
        <a:sym typeface="Lat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45469"/>
        </a:solidFill>
        <a:effectLst/>
        <a:uFillTx/>
        <a:latin typeface="Lato"/>
        <a:ea typeface="Lato"/>
        <a:cs typeface="Lato"/>
        <a:sym typeface="Lat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45469"/>
        </a:solidFill>
        <a:effectLst/>
        <a:uFillTx/>
        <a:latin typeface="Lato"/>
        <a:ea typeface="Lato"/>
        <a:cs typeface="Lato"/>
        <a:sym typeface="Lat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45469"/>
        </a:solidFill>
        <a:effectLst/>
        <a:uFillTx/>
        <a:latin typeface="Lato"/>
        <a:ea typeface="Lato"/>
        <a:cs typeface="Lato"/>
        <a:sym typeface="Lato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F91DD6-81DB-C8F3-3383-607F696FDC63}" name="Amr Esmat" initials="AE" userId="S::amr.esmat@PostForSystems.onmicrosoft.com::ddbecff4-3cea-482e-9951-e7a9de0c09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0ED"/>
    <a:srgbClr val="082D4A"/>
    <a:srgbClr val="2E7AFD"/>
    <a:srgbClr val="173955"/>
    <a:srgbClr val="FFB814"/>
    <a:srgbClr val="83F900"/>
    <a:srgbClr val="F800EF"/>
    <a:srgbClr val="CD61C0"/>
    <a:srgbClr val="B6C1CA"/>
    <a:srgbClr val="4454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Lato"/>
          <a:ea typeface="Lato"/>
          <a:cs typeface="Lato"/>
        </a:font>
        <a:srgbClr val="445469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12700" cap="flat">
              <a:solidFill>
                <a:srgbClr val="F6F8F8"/>
              </a:solidFill>
              <a:prstDash val="solid"/>
              <a:round/>
            </a:ln>
          </a:top>
          <a:bottom>
            <a:ln w="127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rgbClr val="CBDDF0"/>
          </a:solidFill>
        </a:fill>
      </a:tcStyle>
    </a:wholeTbl>
    <a:band2H>
      <a:tcTxStyle/>
      <a:tcStyle>
        <a:tcBdr/>
        <a:fill>
          <a:solidFill>
            <a:srgbClr val="E7EFF8"/>
          </a:solidFill>
        </a:fill>
      </a:tcStyle>
    </a:band2H>
    <a:firstCol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12700" cap="flat">
              <a:solidFill>
                <a:srgbClr val="F6F8F8"/>
              </a:solidFill>
              <a:prstDash val="solid"/>
              <a:round/>
            </a:ln>
          </a:top>
          <a:bottom>
            <a:ln w="127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38100" cap="flat">
              <a:solidFill>
                <a:srgbClr val="F6F8F8"/>
              </a:solidFill>
              <a:prstDash val="solid"/>
              <a:round/>
            </a:ln>
          </a:top>
          <a:bottom>
            <a:ln w="127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12700" cap="flat">
              <a:solidFill>
                <a:srgbClr val="F6F8F8"/>
              </a:solidFill>
              <a:prstDash val="solid"/>
              <a:round/>
            </a:ln>
          </a:top>
          <a:bottom>
            <a:ln w="381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Lato"/>
          <a:ea typeface="Lato"/>
          <a:cs typeface="Lato"/>
        </a:font>
        <a:srgbClr val="445469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12700" cap="flat">
              <a:solidFill>
                <a:srgbClr val="F6F8F8"/>
              </a:solidFill>
              <a:prstDash val="solid"/>
              <a:round/>
            </a:ln>
          </a:top>
          <a:bottom>
            <a:ln w="127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rgbClr val="CBE0E9"/>
          </a:solidFill>
        </a:fill>
      </a:tcStyle>
    </a:wholeTbl>
    <a:band2H>
      <a:tcTxStyle/>
      <a:tcStyle>
        <a:tcBdr/>
        <a:fill>
          <a:solidFill>
            <a:srgbClr val="E7F0F4"/>
          </a:solidFill>
        </a:fill>
      </a:tcStyle>
    </a:band2H>
    <a:firstCol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12700" cap="flat">
              <a:solidFill>
                <a:srgbClr val="F6F8F8"/>
              </a:solidFill>
              <a:prstDash val="solid"/>
              <a:round/>
            </a:ln>
          </a:top>
          <a:bottom>
            <a:ln w="127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38100" cap="flat">
              <a:solidFill>
                <a:srgbClr val="F6F8F8"/>
              </a:solidFill>
              <a:prstDash val="solid"/>
              <a:round/>
            </a:ln>
          </a:top>
          <a:bottom>
            <a:ln w="127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12700" cap="flat">
              <a:solidFill>
                <a:srgbClr val="F6F8F8"/>
              </a:solidFill>
              <a:prstDash val="solid"/>
              <a:round/>
            </a:ln>
          </a:top>
          <a:bottom>
            <a:ln w="381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Lato"/>
          <a:ea typeface="Lato"/>
          <a:cs typeface="Lato"/>
        </a:font>
        <a:srgbClr val="445469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12700" cap="flat">
              <a:solidFill>
                <a:srgbClr val="F6F8F8"/>
              </a:solidFill>
              <a:prstDash val="solid"/>
              <a:round/>
            </a:ln>
          </a:top>
          <a:bottom>
            <a:ln w="127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rgbClr val="D7EACF"/>
          </a:solidFill>
        </a:fill>
      </a:tcStyle>
    </a:wholeTbl>
    <a:band2H>
      <a:tcTxStyle/>
      <a:tcStyle>
        <a:tcBdr/>
        <a:fill>
          <a:solidFill>
            <a:srgbClr val="ECF5E8"/>
          </a:solidFill>
        </a:fill>
      </a:tcStyle>
    </a:band2H>
    <a:firstCol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12700" cap="flat">
              <a:solidFill>
                <a:srgbClr val="F6F8F8"/>
              </a:solidFill>
              <a:prstDash val="solid"/>
              <a:round/>
            </a:ln>
          </a:top>
          <a:bottom>
            <a:ln w="127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38100" cap="flat">
              <a:solidFill>
                <a:srgbClr val="F6F8F8"/>
              </a:solidFill>
              <a:prstDash val="solid"/>
              <a:round/>
            </a:ln>
          </a:top>
          <a:bottom>
            <a:ln w="127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12700" cap="flat">
              <a:solidFill>
                <a:srgbClr val="F6F8F8"/>
              </a:solidFill>
              <a:prstDash val="solid"/>
              <a:round/>
            </a:ln>
          </a:top>
          <a:bottom>
            <a:ln w="381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Lato"/>
          <a:ea typeface="Lato"/>
          <a:cs typeface="Lato"/>
        </a:font>
        <a:srgbClr val="44546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A"/>
          </a:solidFill>
        </a:fill>
      </a:tcStyle>
    </a:wholeTbl>
    <a:band2H>
      <a:tcTxStyle/>
      <a:tcStyle>
        <a:tcBdr/>
        <a:fill>
          <a:solidFill>
            <a:srgbClr val="F6F8F8"/>
          </a:solidFill>
        </a:fill>
      </a:tcStyle>
    </a:band2H>
    <a:firstCol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Lato"/>
          <a:ea typeface="Lato"/>
          <a:cs typeface="Lato"/>
        </a:font>
        <a:srgbClr val="44546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445469"/>
              </a:solidFill>
              <a:prstDash val="solid"/>
              <a:round/>
            </a:ln>
          </a:top>
          <a:bottom>
            <a:ln w="25400" cap="flat">
              <a:solidFill>
                <a:srgbClr val="445469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6F8F8"/>
          </a:solidFill>
        </a:fill>
      </a:tcStyle>
    </a:lastRow>
    <a:firstRow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445469"/>
              </a:solidFill>
              <a:prstDash val="solid"/>
              <a:round/>
            </a:ln>
          </a:top>
          <a:bottom>
            <a:ln w="25400" cap="flat">
              <a:solidFill>
                <a:srgbClr val="445469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Lato"/>
          <a:ea typeface="Lato"/>
          <a:cs typeface="Lato"/>
        </a:font>
        <a:srgbClr val="445469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12700" cap="flat">
              <a:solidFill>
                <a:srgbClr val="F6F8F8"/>
              </a:solidFill>
              <a:prstDash val="solid"/>
              <a:round/>
            </a:ln>
          </a:top>
          <a:bottom>
            <a:ln w="127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rgbClr val="CDCFD3"/>
          </a:solidFill>
        </a:fill>
      </a:tcStyle>
    </a:wholeTbl>
    <a:band2H>
      <a:tcTxStyle/>
      <a:tcStyle>
        <a:tcBdr/>
        <a:fill>
          <a:solidFill>
            <a:srgbClr val="E8E9EA"/>
          </a:solidFill>
        </a:fill>
      </a:tcStyle>
    </a:band2H>
    <a:firstCol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12700" cap="flat">
              <a:solidFill>
                <a:srgbClr val="F6F8F8"/>
              </a:solidFill>
              <a:prstDash val="solid"/>
              <a:round/>
            </a:ln>
          </a:top>
          <a:bottom>
            <a:ln w="127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rgbClr val="445469"/>
          </a:solidFill>
        </a:fill>
      </a:tcStyle>
    </a:firstCol>
    <a:lastRow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38100" cap="flat">
              <a:solidFill>
                <a:srgbClr val="F6F8F8"/>
              </a:solidFill>
              <a:prstDash val="solid"/>
              <a:round/>
            </a:ln>
          </a:top>
          <a:bottom>
            <a:ln w="127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rgbClr val="445469"/>
          </a:solidFill>
        </a:fill>
      </a:tcStyle>
    </a:lastRow>
    <a:firstRow>
      <a:tcTxStyle b="on" i="off">
        <a:font>
          <a:latin typeface="Lato"/>
          <a:ea typeface="Lato"/>
          <a:cs typeface="Lato"/>
        </a:font>
        <a:srgbClr val="F6F8F8"/>
      </a:tcTxStyle>
      <a:tcStyle>
        <a:tcBdr>
          <a:left>
            <a:ln w="12700" cap="flat">
              <a:solidFill>
                <a:srgbClr val="F6F8F8"/>
              </a:solidFill>
              <a:prstDash val="solid"/>
              <a:round/>
            </a:ln>
          </a:left>
          <a:right>
            <a:ln w="12700" cap="flat">
              <a:solidFill>
                <a:srgbClr val="F6F8F8"/>
              </a:solidFill>
              <a:prstDash val="solid"/>
              <a:round/>
            </a:ln>
          </a:right>
          <a:top>
            <a:ln w="12700" cap="flat">
              <a:solidFill>
                <a:srgbClr val="F6F8F8"/>
              </a:solidFill>
              <a:prstDash val="solid"/>
              <a:round/>
            </a:ln>
          </a:top>
          <a:bottom>
            <a:ln w="38100" cap="flat">
              <a:solidFill>
                <a:srgbClr val="F6F8F8"/>
              </a:solidFill>
              <a:prstDash val="solid"/>
              <a:round/>
            </a:ln>
          </a:bottom>
          <a:insideH>
            <a:ln w="12700" cap="flat">
              <a:solidFill>
                <a:srgbClr val="F6F8F8"/>
              </a:solidFill>
              <a:prstDash val="solid"/>
              <a:round/>
            </a:ln>
          </a:insideH>
          <a:insideV>
            <a:ln w="12700" cap="flat">
              <a:solidFill>
                <a:srgbClr val="F6F8F8"/>
              </a:solidFill>
              <a:prstDash val="solid"/>
              <a:round/>
            </a:ln>
          </a:insideV>
        </a:tcBdr>
        <a:fill>
          <a:solidFill>
            <a:srgbClr val="44546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Lato"/>
          <a:ea typeface="Lato"/>
          <a:cs typeface="Lato"/>
        </a:font>
        <a:srgbClr val="445469"/>
      </a:tcTxStyle>
      <a:tcStyle>
        <a:tcBdr>
          <a:left>
            <a:ln w="12700" cap="flat">
              <a:solidFill>
                <a:srgbClr val="445469"/>
              </a:solidFill>
              <a:prstDash val="solid"/>
              <a:round/>
            </a:ln>
          </a:left>
          <a:right>
            <a:ln w="12700" cap="flat">
              <a:solidFill>
                <a:srgbClr val="445469"/>
              </a:solidFill>
              <a:prstDash val="solid"/>
              <a:round/>
            </a:ln>
          </a:right>
          <a:top>
            <a:ln w="12700" cap="flat">
              <a:solidFill>
                <a:srgbClr val="445469"/>
              </a:solidFill>
              <a:prstDash val="solid"/>
              <a:round/>
            </a:ln>
          </a:top>
          <a:bottom>
            <a:ln w="12700" cap="flat">
              <a:solidFill>
                <a:srgbClr val="445469"/>
              </a:solidFill>
              <a:prstDash val="solid"/>
              <a:round/>
            </a:ln>
          </a:bottom>
          <a:insideH>
            <a:ln w="12700" cap="flat">
              <a:solidFill>
                <a:srgbClr val="445469"/>
              </a:solidFill>
              <a:prstDash val="solid"/>
              <a:round/>
            </a:ln>
          </a:insideH>
          <a:insideV>
            <a:ln w="12700" cap="flat">
              <a:solidFill>
                <a:srgbClr val="445469"/>
              </a:solidFill>
              <a:prstDash val="solid"/>
              <a:round/>
            </a:ln>
          </a:insideV>
        </a:tcBdr>
        <a:fill>
          <a:solidFill>
            <a:srgbClr val="445469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Lato"/>
          <a:ea typeface="Lato"/>
          <a:cs typeface="Lato"/>
        </a:font>
        <a:srgbClr val="445469"/>
      </a:tcTxStyle>
      <a:tcStyle>
        <a:tcBdr>
          <a:left>
            <a:ln w="12700" cap="flat">
              <a:solidFill>
                <a:srgbClr val="445469"/>
              </a:solidFill>
              <a:prstDash val="solid"/>
              <a:round/>
            </a:ln>
          </a:left>
          <a:right>
            <a:ln w="12700" cap="flat">
              <a:solidFill>
                <a:srgbClr val="445469"/>
              </a:solidFill>
              <a:prstDash val="solid"/>
              <a:round/>
            </a:ln>
          </a:right>
          <a:top>
            <a:ln w="12700" cap="flat">
              <a:solidFill>
                <a:srgbClr val="445469"/>
              </a:solidFill>
              <a:prstDash val="solid"/>
              <a:round/>
            </a:ln>
          </a:top>
          <a:bottom>
            <a:ln w="12700" cap="flat">
              <a:solidFill>
                <a:srgbClr val="445469"/>
              </a:solidFill>
              <a:prstDash val="solid"/>
              <a:round/>
            </a:ln>
          </a:bottom>
          <a:insideH>
            <a:ln w="12700" cap="flat">
              <a:solidFill>
                <a:srgbClr val="445469"/>
              </a:solidFill>
              <a:prstDash val="solid"/>
              <a:round/>
            </a:ln>
          </a:insideH>
          <a:insideV>
            <a:ln w="12700" cap="flat">
              <a:solidFill>
                <a:srgbClr val="445469"/>
              </a:solidFill>
              <a:prstDash val="solid"/>
              <a:round/>
            </a:ln>
          </a:insideV>
        </a:tcBdr>
        <a:fill>
          <a:solidFill>
            <a:srgbClr val="445469">
              <a:alpha val="20000"/>
            </a:srgbClr>
          </a:solidFill>
        </a:fill>
      </a:tcStyle>
    </a:firstCol>
    <a:lastRow>
      <a:tcTxStyle b="on" i="off">
        <a:font>
          <a:latin typeface="Lato"/>
          <a:ea typeface="Lato"/>
          <a:cs typeface="Lato"/>
        </a:font>
        <a:srgbClr val="445469"/>
      </a:tcTxStyle>
      <a:tcStyle>
        <a:tcBdr>
          <a:left>
            <a:ln w="12700" cap="flat">
              <a:solidFill>
                <a:srgbClr val="445469"/>
              </a:solidFill>
              <a:prstDash val="solid"/>
              <a:round/>
            </a:ln>
          </a:left>
          <a:right>
            <a:ln w="12700" cap="flat">
              <a:solidFill>
                <a:srgbClr val="445469"/>
              </a:solidFill>
              <a:prstDash val="solid"/>
              <a:round/>
            </a:ln>
          </a:right>
          <a:top>
            <a:ln w="50800" cap="flat">
              <a:solidFill>
                <a:srgbClr val="445469"/>
              </a:solidFill>
              <a:prstDash val="solid"/>
              <a:round/>
            </a:ln>
          </a:top>
          <a:bottom>
            <a:ln w="12700" cap="flat">
              <a:solidFill>
                <a:srgbClr val="445469"/>
              </a:solidFill>
              <a:prstDash val="solid"/>
              <a:round/>
            </a:ln>
          </a:bottom>
          <a:insideH>
            <a:ln w="12700" cap="flat">
              <a:solidFill>
                <a:srgbClr val="445469"/>
              </a:solidFill>
              <a:prstDash val="solid"/>
              <a:round/>
            </a:ln>
          </a:insideH>
          <a:insideV>
            <a:ln w="12700" cap="flat">
              <a:solidFill>
                <a:srgbClr val="445469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Lato"/>
          <a:ea typeface="Lato"/>
          <a:cs typeface="Lato"/>
        </a:font>
        <a:srgbClr val="445469"/>
      </a:tcTxStyle>
      <a:tcStyle>
        <a:tcBdr>
          <a:left>
            <a:ln w="12700" cap="flat">
              <a:solidFill>
                <a:srgbClr val="445469"/>
              </a:solidFill>
              <a:prstDash val="solid"/>
              <a:round/>
            </a:ln>
          </a:left>
          <a:right>
            <a:ln w="12700" cap="flat">
              <a:solidFill>
                <a:srgbClr val="445469"/>
              </a:solidFill>
              <a:prstDash val="solid"/>
              <a:round/>
            </a:ln>
          </a:right>
          <a:top>
            <a:ln w="12700" cap="flat">
              <a:solidFill>
                <a:srgbClr val="445469"/>
              </a:solidFill>
              <a:prstDash val="solid"/>
              <a:round/>
            </a:ln>
          </a:top>
          <a:bottom>
            <a:ln w="25400" cap="flat">
              <a:solidFill>
                <a:srgbClr val="445469"/>
              </a:solidFill>
              <a:prstDash val="solid"/>
              <a:round/>
            </a:ln>
          </a:bottom>
          <a:insideH>
            <a:ln w="12700" cap="flat">
              <a:solidFill>
                <a:srgbClr val="445469"/>
              </a:solidFill>
              <a:prstDash val="solid"/>
              <a:round/>
            </a:ln>
          </a:insideH>
          <a:insideV>
            <a:ln w="12700" cap="flat">
              <a:solidFill>
                <a:srgbClr val="445469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9" autoAdjust="0"/>
    <p:restoredTop sz="95205" autoAdjust="0"/>
  </p:normalViewPr>
  <p:slideViewPr>
    <p:cSldViewPr snapToGrid="0">
      <p:cViewPr varScale="1">
        <p:scale>
          <a:sx n="118" d="100"/>
          <a:sy n="118" d="100"/>
        </p:scale>
        <p:origin x="-136" y="256"/>
      </p:cViewPr>
      <p:guideLst>
        <p:guide orient="horz" pos="2183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30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8/10/relationships/authors" Target="author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Shape 81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20" name="Shape 82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6211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1176-F52E-6963-ECD5-B0280FC8B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49A04-7BDF-E308-085E-C49A2A5F1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226DA-F151-E668-D63B-EFF0E1FB4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490882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5AB3F-081F-2FF9-81BE-8373CFFEA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1D833-8109-2057-961F-8C72BA35C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04905-9ABE-11AE-567A-7745B68A4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954162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7251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AC218-A024-FCE2-8E8C-7AC61523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22BAF-7DF6-8479-3470-609B0B92E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5B4F5-1A85-B590-0343-D69DF8D85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723490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9BA66-E616-1B2A-0D6B-67FC84FE9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F0C53-AD56-D251-7033-ED8BF7CFB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FC93C-3885-B73D-285E-DC735008F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472517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1F3BB-60FF-51AC-53D1-D64D98365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C25AF-E8E8-C8CA-893A-ECA027513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4F493-A151-9B1F-2A95-9017CDE5A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78245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D2F1A-9E18-0F0D-44AD-961C5F65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519A6-A6A5-88F1-0E8D-940EA1917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FDC90-2234-0E35-F5C2-F7527C1ED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347267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059EE-905E-F2EB-A561-A8F70567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7A384-9AD1-53D6-E332-E9FE48C47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56C3C-5357-3265-98F1-602E55DAE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433441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7FFA5-11CF-A18B-CFC9-E98188265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64BA0-EF31-85C5-84FA-13F246777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E63BC-E7B0-E91C-C9B9-7BCD8F042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753494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7F0E-E495-4634-4B14-8E2224463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6D4D8-D07E-72E4-F54E-6F2F6C0C8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C51A5-F975-D470-0B20-A6F4600BC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795082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81E99-64DC-7871-2F64-38573B86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1CFD4-138B-C763-052D-54A200F0F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EF026-138B-A359-D752-5C93F304F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57591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7" name="Picture Placeholder 3"/>
          <p:cNvSpPr>
            <a:spLocks noGrp="1"/>
          </p:cNvSpPr>
          <p:nvPr>
            <p:ph type="pic" idx="13"/>
          </p:nvPr>
        </p:nvSpPr>
        <p:spPr>
          <a:xfrm>
            <a:off x="179294" y="170328"/>
            <a:ext cx="5916706" cy="6517343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18362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6" name="Picture Placeholder 3"/>
          <p:cNvSpPr>
            <a:spLocks noGrp="1"/>
          </p:cNvSpPr>
          <p:nvPr>
            <p:ph type="pic" sz="half" idx="13"/>
          </p:nvPr>
        </p:nvSpPr>
        <p:spPr>
          <a:xfrm>
            <a:off x="6508885" y="573932"/>
            <a:ext cx="5075677" cy="571013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AF68B66-B9EA-0D5B-3130-896B40BF61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645" y="-190808"/>
            <a:ext cx="1499514" cy="148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2034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icture Placeholder 3"/>
          <p:cNvSpPr>
            <a:spLocks noGrp="1"/>
          </p:cNvSpPr>
          <p:nvPr>
            <p:ph type="pic" sz="half" idx="13"/>
          </p:nvPr>
        </p:nvSpPr>
        <p:spPr>
          <a:xfrm>
            <a:off x="6096000" y="3429000"/>
            <a:ext cx="5916706" cy="325867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5" name="Picture Placeholder 4"/>
          <p:cNvSpPr>
            <a:spLocks noGrp="1"/>
          </p:cNvSpPr>
          <p:nvPr>
            <p:ph type="pic" sz="half" idx="14"/>
          </p:nvPr>
        </p:nvSpPr>
        <p:spPr>
          <a:xfrm>
            <a:off x="179294" y="3429000"/>
            <a:ext cx="5916706" cy="325867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EE1A5C6-453F-EC49-B9B5-1866C89182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645" y="-190808"/>
            <a:ext cx="1499514" cy="148475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AE7D1FA-1219-14FA-C293-15CEF2557409}"/>
              </a:ext>
            </a:extLst>
          </p:cNvPr>
          <p:cNvGrpSpPr/>
          <p:nvPr userDrawn="1"/>
        </p:nvGrpSpPr>
        <p:grpSpPr>
          <a:xfrm>
            <a:off x="10369095" y="-1675594"/>
            <a:ext cx="2272718" cy="4909522"/>
            <a:chOff x="10369095" y="-1675594"/>
            <a:chExt cx="2272718" cy="4909522"/>
          </a:xfrm>
        </p:grpSpPr>
        <p:sp>
          <p:nvSpPr>
            <p:cNvPr id="4" name="Moon 3">
              <a:extLst>
                <a:ext uri="{FF2B5EF4-FFF2-40B4-BE49-F238E27FC236}">
                  <a16:creationId xmlns:a16="http://schemas.microsoft.com/office/drawing/2014/main" id="{D13AB51B-83E3-4BB0-FE2D-998CA184123E}"/>
                </a:ext>
              </a:extLst>
            </p:cNvPr>
            <p:cNvSpPr/>
            <p:nvPr/>
          </p:nvSpPr>
          <p:spPr>
            <a:xfrm rot="8261318">
              <a:off x="10397699" y="-1395487"/>
              <a:ext cx="2244114" cy="4629415"/>
            </a:xfrm>
            <a:prstGeom prst="moon">
              <a:avLst/>
            </a:prstGeom>
            <a:solidFill>
              <a:srgbClr val="FFB814"/>
            </a:solidFill>
          </p:spPr>
          <p:txBody>
            <a:bodyPr/>
            <a:lstStyle/>
            <a:p>
              <a:endParaRPr lang="en-EG" sz="1688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" name="Moon 4">
              <a:extLst>
                <a:ext uri="{FF2B5EF4-FFF2-40B4-BE49-F238E27FC236}">
                  <a16:creationId xmlns:a16="http://schemas.microsoft.com/office/drawing/2014/main" id="{0C4D4A36-B3AE-8F30-51F3-B62E925D9E05}"/>
                </a:ext>
              </a:extLst>
            </p:cNvPr>
            <p:cNvSpPr/>
            <p:nvPr/>
          </p:nvSpPr>
          <p:spPr>
            <a:xfrm rot="8261318">
              <a:off x="10369095" y="-1675594"/>
              <a:ext cx="2244114" cy="4629415"/>
            </a:xfrm>
            <a:prstGeom prst="moon">
              <a:avLst/>
            </a:prstGeom>
            <a:solidFill>
              <a:srgbClr val="082D4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758668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8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79292" y="170327"/>
            <a:ext cx="3944472" cy="325867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8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123764" y="170327"/>
            <a:ext cx="3944472" cy="325867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8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8068234" y="170327"/>
            <a:ext cx="3944472" cy="325867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493141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104" name="Picture Placeholder 3"/>
          <p:cNvSpPr>
            <a:spLocks noGrp="1"/>
          </p:cNvSpPr>
          <p:nvPr>
            <p:ph type="pic" idx="13"/>
          </p:nvPr>
        </p:nvSpPr>
        <p:spPr>
          <a:xfrm>
            <a:off x="522513" y="489856"/>
            <a:ext cx="11146974" cy="587828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225586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113" name="Picture Placeholder 3"/>
          <p:cNvSpPr>
            <a:spLocks noGrp="1"/>
          </p:cNvSpPr>
          <p:nvPr>
            <p:ph type="pic" idx="13"/>
          </p:nvPr>
        </p:nvSpPr>
        <p:spPr>
          <a:xfrm>
            <a:off x="179294" y="2975112"/>
            <a:ext cx="11833412" cy="304137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23418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122" name="Picture Placeholder 2"/>
          <p:cNvSpPr>
            <a:spLocks noGrp="1"/>
          </p:cNvSpPr>
          <p:nvPr>
            <p:ph type="pic" idx="13"/>
          </p:nvPr>
        </p:nvSpPr>
        <p:spPr>
          <a:xfrm>
            <a:off x="179294" y="3816625"/>
            <a:ext cx="11833412" cy="287104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632788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131" name="Picture Placeholder 7"/>
          <p:cNvSpPr>
            <a:spLocks noGrp="1"/>
          </p:cNvSpPr>
          <p:nvPr>
            <p:ph type="pic" sz="half" idx="13"/>
          </p:nvPr>
        </p:nvSpPr>
        <p:spPr>
          <a:xfrm>
            <a:off x="1960096" y="170329"/>
            <a:ext cx="3773716" cy="651734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950829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140" name="Picture Placeholder 7"/>
          <p:cNvSpPr>
            <a:spLocks noGrp="1"/>
          </p:cNvSpPr>
          <p:nvPr>
            <p:ph type="pic" sz="half" idx="13"/>
          </p:nvPr>
        </p:nvSpPr>
        <p:spPr>
          <a:xfrm>
            <a:off x="1027766" y="1775012"/>
            <a:ext cx="6233646" cy="409687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45119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149" name="Picture Placeholder 7"/>
          <p:cNvSpPr>
            <a:spLocks noGrp="1"/>
          </p:cNvSpPr>
          <p:nvPr>
            <p:ph type="pic" sz="half" idx="13"/>
          </p:nvPr>
        </p:nvSpPr>
        <p:spPr>
          <a:xfrm>
            <a:off x="179293" y="170327"/>
            <a:ext cx="5916707" cy="325867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8914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158" name="Picture Placeholder 7"/>
          <p:cNvSpPr>
            <a:spLocks noGrp="1"/>
          </p:cNvSpPr>
          <p:nvPr>
            <p:ph type="pic" sz="half" idx="13"/>
          </p:nvPr>
        </p:nvSpPr>
        <p:spPr>
          <a:xfrm>
            <a:off x="8122025" y="170327"/>
            <a:ext cx="3890682" cy="651734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024213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07" name="Picture Placeholder 7"/>
          <p:cNvSpPr>
            <a:spLocks noGrp="1"/>
          </p:cNvSpPr>
          <p:nvPr>
            <p:ph type="pic" sz="half" idx="13"/>
          </p:nvPr>
        </p:nvSpPr>
        <p:spPr>
          <a:xfrm>
            <a:off x="4385447" y="170329"/>
            <a:ext cx="7627259" cy="27595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76358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16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703942" y="620940"/>
            <a:ext cx="4455888" cy="250643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17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703942" y="3741511"/>
            <a:ext cx="4455888" cy="250643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117912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2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1420" y="718911"/>
            <a:ext cx="4455888" cy="250643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27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5700484" y="718911"/>
            <a:ext cx="4455888" cy="250643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28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7170056" y="3609068"/>
            <a:ext cx="2986315" cy="250643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2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0519549" y="718911"/>
            <a:ext cx="1493158" cy="539659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522527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3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19892" y="571500"/>
            <a:ext cx="2417387" cy="257220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3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19892" y="3445330"/>
            <a:ext cx="2417386" cy="28738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4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463092" y="571500"/>
            <a:ext cx="2417387" cy="388620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4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3463092" y="4767943"/>
            <a:ext cx="2417387" cy="155121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9241205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50" name="Picture Placeholder 3"/>
          <p:cNvSpPr>
            <a:spLocks noGrp="1"/>
          </p:cNvSpPr>
          <p:nvPr>
            <p:ph type="pic" sz="half" idx="13"/>
          </p:nvPr>
        </p:nvSpPr>
        <p:spPr>
          <a:xfrm>
            <a:off x="143434" y="170330"/>
            <a:ext cx="4492489" cy="651734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36071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5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961733" y="4057651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6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3624741" y="4057651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61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287751" y="4057651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62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8950759" y="4057651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7401992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7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61733" y="4122966"/>
            <a:ext cx="2284593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2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3624741" y="4122966"/>
            <a:ext cx="2284593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6287751" y="4122966"/>
            <a:ext cx="2284593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4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8950759" y="4122966"/>
            <a:ext cx="2284593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5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61733" y="1510395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6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3624741" y="1510395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6287751" y="1510395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8" name="Picture Placeholder 9"/>
          <p:cNvSpPr>
            <a:spLocks noGrp="1"/>
          </p:cNvSpPr>
          <p:nvPr>
            <p:ph type="pic" sz="quarter" idx="20"/>
          </p:nvPr>
        </p:nvSpPr>
        <p:spPr>
          <a:xfrm>
            <a:off x="8950759" y="1510395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770588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9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96523" y="589055"/>
            <a:ext cx="2840079" cy="286212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9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675961" y="3451181"/>
            <a:ext cx="2840079" cy="286212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00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8155398" y="589055"/>
            <a:ext cx="2840079" cy="286212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1691180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0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23313" y="414064"/>
            <a:ext cx="2513650" cy="285165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10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3270879" y="414064"/>
            <a:ext cx="2513649" cy="285165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11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423313" y="3592283"/>
            <a:ext cx="2513650" cy="285164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12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3270879" y="3592283"/>
            <a:ext cx="2513649" cy="285164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9313487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2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175005" y="3567798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22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175005" y="987883"/>
            <a:ext cx="2284593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23" name="Picture Placeholder 4"/>
          <p:cNvSpPr>
            <a:spLocks noGrp="1"/>
          </p:cNvSpPr>
          <p:nvPr>
            <p:ph type="pic" sz="half" idx="15"/>
          </p:nvPr>
        </p:nvSpPr>
        <p:spPr>
          <a:xfrm>
            <a:off x="4359728" y="987879"/>
            <a:ext cx="4470970" cy="488224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3705825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3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98448" y="3567798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33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798448" y="987883"/>
            <a:ext cx="2284593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34" name="Picture Placeholder 11"/>
          <p:cNvSpPr>
            <a:spLocks noGrp="1"/>
          </p:cNvSpPr>
          <p:nvPr>
            <p:ph type="pic" sz="half" idx="15"/>
          </p:nvPr>
        </p:nvSpPr>
        <p:spPr>
          <a:xfrm>
            <a:off x="5990935" y="987879"/>
            <a:ext cx="5439066" cy="488224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35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3394692" y="3567798"/>
            <a:ext cx="2284592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3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3394692" y="987883"/>
            <a:ext cx="2284592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317046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4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84148" y="987882"/>
            <a:ext cx="2284593" cy="488223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46" name="Picture Placeholder 4"/>
          <p:cNvSpPr>
            <a:spLocks noGrp="1"/>
          </p:cNvSpPr>
          <p:nvPr>
            <p:ph type="pic" sz="half" idx="14"/>
          </p:nvPr>
        </p:nvSpPr>
        <p:spPr>
          <a:xfrm>
            <a:off x="3292928" y="987879"/>
            <a:ext cx="4470970" cy="488224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3870329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55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6096000" y="3429000"/>
            <a:ext cx="5916706" cy="325867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56" name="Picture Placeholder 4"/>
          <p:cNvSpPr>
            <a:spLocks noGrp="1"/>
          </p:cNvSpPr>
          <p:nvPr>
            <p:ph type="pic" sz="half" idx="14"/>
          </p:nvPr>
        </p:nvSpPr>
        <p:spPr>
          <a:xfrm>
            <a:off x="179294" y="170327"/>
            <a:ext cx="5916706" cy="325867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895245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65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179294" y="1714500"/>
            <a:ext cx="6096001" cy="34290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7903488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74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857250" y="2152650"/>
            <a:ext cx="2569029" cy="34290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7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096000" y="2152650"/>
            <a:ext cx="2569029" cy="34290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37333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84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857250" y="2114550"/>
            <a:ext cx="2569029" cy="34290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799080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02" name="Picture Placeholder 24"/>
          <p:cNvSpPr>
            <a:spLocks noGrp="1"/>
          </p:cNvSpPr>
          <p:nvPr>
            <p:ph type="pic" sz="half" idx="13"/>
          </p:nvPr>
        </p:nvSpPr>
        <p:spPr>
          <a:xfrm>
            <a:off x="179294" y="170327"/>
            <a:ext cx="5916706" cy="325867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03" name="Picture Placeholder 26"/>
          <p:cNvSpPr>
            <a:spLocks noGrp="1"/>
          </p:cNvSpPr>
          <p:nvPr>
            <p:ph type="pic" sz="half" idx="14"/>
          </p:nvPr>
        </p:nvSpPr>
        <p:spPr>
          <a:xfrm>
            <a:off x="6096000" y="170327"/>
            <a:ext cx="5916706" cy="3258674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04" name="Picture Placeholder 27"/>
          <p:cNvSpPr>
            <a:spLocks noGrp="1"/>
          </p:cNvSpPr>
          <p:nvPr>
            <p:ph type="pic" sz="quarter" idx="15"/>
          </p:nvPr>
        </p:nvSpPr>
        <p:spPr>
          <a:xfrm>
            <a:off x="4939145" y="2272144"/>
            <a:ext cx="2313711" cy="231371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4441466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13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197430" y="1876880"/>
            <a:ext cx="2024740" cy="202474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14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3795486" y="1876880"/>
            <a:ext cx="2024741" cy="202474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1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6393543" y="1876880"/>
            <a:ext cx="2024741" cy="202474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16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8991600" y="1876880"/>
            <a:ext cx="2024741" cy="202474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913875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2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8547103" y="1019067"/>
            <a:ext cx="2547259" cy="254726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26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908053" y="3564337"/>
            <a:ext cx="2547259" cy="254725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57294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3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54904" y="2054802"/>
            <a:ext cx="2547260" cy="254725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36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390616" y="2054802"/>
            <a:ext cx="2547259" cy="254725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3744592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45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179293" y="170328"/>
            <a:ext cx="4214290" cy="6517344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0657179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54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2431623" y="2374051"/>
            <a:ext cx="2384218" cy="238421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1958351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63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2431623" y="782313"/>
            <a:ext cx="2384218" cy="238421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6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2431623" y="3745646"/>
            <a:ext cx="2384218" cy="238421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813758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73" name="Picture Placeholder 7"/>
          <p:cNvSpPr>
            <a:spLocks noGrp="1"/>
          </p:cNvSpPr>
          <p:nvPr>
            <p:ph type="pic" idx="13"/>
          </p:nvPr>
        </p:nvSpPr>
        <p:spPr>
          <a:xfrm>
            <a:off x="179293" y="170327"/>
            <a:ext cx="11833413" cy="651734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74" name="Picture Placeholder 15"/>
          <p:cNvSpPr>
            <a:spLocks noGrp="1"/>
          </p:cNvSpPr>
          <p:nvPr>
            <p:ph type="pic" sz="quarter" idx="14"/>
          </p:nvPr>
        </p:nvSpPr>
        <p:spPr>
          <a:xfrm>
            <a:off x="8287442" y="1537307"/>
            <a:ext cx="2164559" cy="382679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1994625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83" name="Picture Placeholder 7"/>
          <p:cNvSpPr>
            <a:spLocks noGrp="1"/>
          </p:cNvSpPr>
          <p:nvPr>
            <p:ph type="pic" idx="13"/>
          </p:nvPr>
        </p:nvSpPr>
        <p:spPr>
          <a:xfrm>
            <a:off x="179293" y="170329"/>
            <a:ext cx="11833413" cy="451318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84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667150" y="2022099"/>
            <a:ext cx="2857700" cy="3845313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997355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93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34286" y="1550852"/>
            <a:ext cx="2123427" cy="380046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2770530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grpSp>
        <p:nvGrpSpPr>
          <p:cNvPr id="511" name="Группа 38"/>
          <p:cNvGrpSpPr/>
          <p:nvPr/>
        </p:nvGrpSpPr>
        <p:grpSpPr>
          <a:xfrm>
            <a:off x="3596826" y="2758064"/>
            <a:ext cx="2527933" cy="5046130"/>
            <a:chOff x="0" y="0"/>
            <a:chExt cx="2527931" cy="5046129"/>
          </a:xfrm>
        </p:grpSpPr>
        <p:sp>
          <p:nvSpPr>
            <p:cNvPr id="502" name="Скругленный прямоугольник 39"/>
            <p:cNvSpPr/>
            <p:nvPr/>
          </p:nvSpPr>
          <p:spPr>
            <a:xfrm>
              <a:off x="2347844" y="913317"/>
              <a:ext cx="180088" cy="487103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3" name="Скругленный прямоугольник 40"/>
            <p:cNvSpPr/>
            <p:nvPr/>
          </p:nvSpPr>
          <p:spPr>
            <a:xfrm>
              <a:off x="-1" y="827518"/>
              <a:ext cx="180089" cy="275810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4" name="Скругленный прямоугольник 41"/>
            <p:cNvSpPr/>
            <p:nvPr/>
          </p:nvSpPr>
          <p:spPr>
            <a:xfrm>
              <a:off x="-1" y="1385555"/>
              <a:ext cx="180089" cy="275810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5" name="Скругленный прямоугольник 42"/>
            <p:cNvSpPr/>
            <p:nvPr/>
          </p:nvSpPr>
          <p:spPr>
            <a:xfrm>
              <a:off x="-1" y="1896493"/>
              <a:ext cx="180089" cy="275811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6" name="Скругленный прямоугольник 43"/>
            <p:cNvSpPr/>
            <p:nvPr/>
          </p:nvSpPr>
          <p:spPr>
            <a:xfrm>
              <a:off x="31915" y="0"/>
              <a:ext cx="2462359" cy="5046130"/>
            </a:xfrm>
            <a:prstGeom prst="roundRect">
              <a:avLst>
                <a:gd name="adj" fmla="val 16667"/>
              </a:avLst>
            </a:prstGeom>
            <a:solidFill>
              <a:srgbClr val="F6F8F8"/>
            </a:solidFill>
            <a:ln w="19050" cap="flat">
              <a:solidFill>
                <a:srgbClr val="B1C2C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7" name="Овал 44"/>
            <p:cNvSpPr/>
            <p:nvPr/>
          </p:nvSpPr>
          <p:spPr>
            <a:xfrm>
              <a:off x="1058272" y="4551369"/>
              <a:ext cx="409645" cy="406301"/>
            </a:xfrm>
            <a:prstGeom prst="ellipse">
              <a:avLst/>
            </a:prstGeom>
            <a:noFill/>
            <a:ln w="15875" cap="flat">
              <a:solidFill>
                <a:srgbClr val="62758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8" name="Скругленный прямоугольник 45"/>
            <p:cNvSpPr/>
            <p:nvPr/>
          </p:nvSpPr>
          <p:spPr>
            <a:xfrm>
              <a:off x="949437" y="314394"/>
              <a:ext cx="627314" cy="45665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9" name="Овал 46"/>
            <p:cNvSpPr/>
            <p:nvPr/>
          </p:nvSpPr>
          <p:spPr>
            <a:xfrm flipH="1">
              <a:off x="737325" y="308212"/>
              <a:ext cx="59449" cy="58031"/>
            </a:xfrm>
            <a:prstGeom prst="ellipse">
              <a:avLst/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0" name="Овал 47"/>
            <p:cNvSpPr/>
            <p:nvPr/>
          </p:nvSpPr>
          <p:spPr>
            <a:xfrm flipH="1">
              <a:off x="1233369" y="128182"/>
              <a:ext cx="59449" cy="58031"/>
            </a:xfrm>
            <a:prstGeom prst="ellipse">
              <a:avLst/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</p:grpSp>
      <p:sp>
        <p:nvSpPr>
          <p:cNvPr id="512" name="Picture Placeholder 27"/>
          <p:cNvSpPr>
            <a:spLocks noGrp="1"/>
          </p:cNvSpPr>
          <p:nvPr>
            <p:ph type="pic" sz="quarter" idx="13"/>
          </p:nvPr>
        </p:nvSpPr>
        <p:spPr>
          <a:xfrm>
            <a:off x="3782936" y="3396760"/>
            <a:ext cx="2164559" cy="382679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grpSp>
        <p:nvGrpSpPr>
          <p:cNvPr id="522" name="Группа 38"/>
          <p:cNvGrpSpPr/>
          <p:nvPr/>
        </p:nvGrpSpPr>
        <p:grpSpPr>
          <a:xfrm>
            <a:off x="646890" y="-1068731"/>
            <a:ext cx="2527933" cy="5046131"/>
            <a:chOff x="0" y="0"/>
            <a:chExt cx="2527931" cy="5046129"/>
          </a:xfrm>
        </p:grpSpPr>
        <p:sp>
          <p:nvSpPr>
            <p:cNvPr id="513" name="Скругленный прямоугольник 39"/>
            <p:cNvSpPr/>
            <p:nvPr/>
          </p:nvSpPr>
          <p:spPr>
            <a:xfrm>
              <a:off x="2347844" y="913317"/>
              <a:ext cx="180088" cy="487103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4" name="Скругленный прямоугольник 40"/>
            <p:cNvSpPr/>
            <p:nvPr/>
          </p:nvSpPr>
          <p:spPr>
            <a:xfrm>
              <a:off x="-1" y="827518"/>
              <a:ext cx="180089" cy="275810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5" name="Скругленный прямоугольник 41"/>
            <p:cNvSpPr/>
            <p:nvPr/>
          </p:nvSpPr>
          <p:spPr>
            <a:xfrm>
              <a:off x="-1" y="1385555"/>
              <a:ext cx="180089" cy="275810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6" name="Скругленный прямоугольник 42"/>
            <p:cNvSpPr/>
            <p:nvPr/>
          </p:nvSpPr>
          <p:spPr>
            <a:xfrm>
              <a:off x="-1" y="1896493"/>
              <a:ext cx="180089" cy="275811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7" name="Скругленный прямоугольник 43"/>
            <p:cNvSpPr/>
            <p:nvPr/>
          </p:nvSpPr>
          <p:spPr>
            <a:xfrm>
              <a:off x="31915" y="0"/>
              <a:ext cx="2462359" cy="5046130"/>
            </a:xfrm>
            <a:prstGeom prst="roundRect">
              <a:avLst>
                <a:gd name="adj" fmla="val 16667"/>
              </a:avLst>
            </a:prstGeom>
            <a:solidFill>
              <a:srgbClr val="F6F8F8"/>
            </a:solidFill>
            <a:ln w="19050" cap="flat">
              <a:solidFill>
                <a:srgbClr val="B1C2C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8" name="Овал 44"/>
            <p:cNvSpPr/>
            <p:nvPr/>
          </p:nvSpPr>
          <p:spPr>
            <a:xfrm>
              <a:off x="1058272" y="4551369"/>
              <a:ext cx="409645" cy="406301"/>
            </a:xfrm>
            <a:prstGeom prst="ellipse">
              <a:avLst/>
            </a:prstGeom>
            <a:noFill/>
            <a:ln w="15875" cap="flat">
              <a:solidFill>
                <a:srgbClr val="62758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9" name="Скругленный прямоугольник 45"/>
            <p:cNvSpPr/>
            <p:nvPr/>
          </p:nvSpPr>
          <p:spPr>
            <a:xfrm>
              <a:off x="949437" y="314394"/>
              <a:ext cx="627314" cy="45665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20" name="Овал 46"/>
            <p:cNvSpPr/>
            <p:nvPr/>
          </p:nvSpPr>
          <p:spPr>
            <a:xfrm flipH="1">
              <a:off x="737325" y="308212"/>
              <a:ext cx="59449" cy="58031"/>
            </a:xfrm>
            <a:prstGeom prst="ellipse">
              <a:avLst/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21" name="Овал 47"/>
            <p:cNvSpPr/>
            <p:nvPr/>
          </p:nvSpPr>
          <p:spPr>
            <a:xfrm flipH="1">
              <a:off x="1233369" y="128182"/>
              <a:ext cx="59449" cy="58031"/>
            </a:xfrm>
            <a:prstGeom prst="ellipse">
              <a:avLst/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</p:grpSp>
      <p:sp>
        <p:nvSpPr>
          <p:cNvPr id="523" name="Picture Placeholder 38"/>
          <p:cNvSpPr>
            <a:spLocks noGrp="1"/>
          </p:cNvSpPr>
          <p:nvPr>
            <p:ph type="pic" sz="quarter" idx="14"/>
          </p:nvPr>
        </p:nvSpPr>
        <p:spPr>
          <a:xfrm>
            <a:off x="833000" y="-430034"/>
            <a:ext cx="2164559" cy="3826794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4355098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grpSp>
        <p:nvGrpSpPr>
          <p:cNvPr id="541" name="Группа 38"/>
          <p:cNvGrpSpPr/>
          <p:nvPr/>
        </p:nvGrpSpPr>
        <p:grpSpPr>
          <a:xfrm>
            <a:off x="6310910" y="1215208"/>
            <a:ext cx="2218063" cy="4427584"/>
            <a:chOff x="0" y="0"/>
            <a:chExt cx="2218062" cy="4427582"/>
          </a:xfrm>
        </p:grpSpPr>
        <p:sp>
          <p:nvSpPr>
            <p:cNvPr id="532" name="Скругленный прямоугольник 39"/>
            <p:cNvSpPr/>
            <p:nvPr/>
          </p:nvSpPr>
          <p:spPr>
            <a:xfrm>
              <a:off x="2060049" y="801364"/>
              <a:ext cx="158014" cy="427394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3" name="Скругленный прямоугольник 40"/>
            <p:cNvSpPr/>
            <p:nvPr/>
          </p:nvSpPr>
          <p:spPr>
            <a:xfrm>
              <a:off x="0" y="726082"/>
              <a:ext cx="158013" cy="242002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4" name="Скругленный прямоугольник 41"/>
            <p:cNvSpPr/>
            <p:nvPr/>
          </p:nvSpPr>
          <p:spPr>
            <a:xfrm>
              <a:off x="0" y="1215715"/>
              <a:ext cx="158013" cy="242002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5" name="Скругленный прямоугольник 42"/>
            <p:cNvSpPr/>
            <p:nvPr/>
          </p:nvSpPr>
          <p:spPr>
            <a:xfrm>
              <a:off x="0" y="1664024"/>
              <a:ext cx="158013" cy="242002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6" name="Скругленный прямоугольник 43"/>
            <p:cNvSpPr/>
            <p:nvPr/>
          </p:nvSpPr>
          <p:spPr>
            <a:xfrm>
              <a:off x="28003" y="0"/>
              <a:ext cx="2160527" cy="4427583"/>
            </a:xfrm>
            <a:prstGeom prst="roundRect">
              <a:avLst>
                <a:gd name="adj" fmla="val 16667"/>
              </a:avLst>
            </a:prstGeom>
            <a:solidFill>
              <a:srgbClr val="F6F8F8"/>
            </a:solidFill>
            <a:ln w="19050" cap="flat">
              <a:solidFill>
                <a:srgbClr val="B1C2C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7" name="Овал 44"/>
            <p:cNvSpPr/>
            <p:nvPr/>
          </p:nvSpPr>
          <p:spPr>
            <a:xfrm>
              <a:off x="928550" y="3993468"/>
              <a:ext cx="359433" cy="356497"/>
            </a:xfrm>
            <a:prstGeom prst="ellipse">
              <a:avLst/>
            </a:prstGeom>
            <a:noFill/>
            <a:ln w="15875" cap="flat">
              <a:solidFill>
                <a:srgbClr val="62758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8" name="Скругленный прямоугольник 45"/>
            <p:cNvSpPr/>
            <p:nvPr/>
          </p:nvSpPr>
          <p:spPr>
            <a:xfrm>
              <a:off x="833056" y="275856"/>
              <a:ext cx="550420" cy="40068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9" name="Овал 46"/>
            <p:cNvSpPr/>
            <p:nvPr/>
          </p:nvSpPr>
          <p:spPr>
            <a:xfrm flipH="1">
              <a:off x="646946" y="270432"/>
              <a:ext cx="52161" cy="50917"/>
            </a:xfrm>
            <a:prstGeom prst="ellipse">
              <a:avLst/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40" name="Овал 47"/>
            <p:cNvSpPr/>
            <p:nvPr/>
          </p:nvSpPr>
          <p:spPr>
            <a:xfrm flipH="1">
              <a:off x="1082186" y="112470"/>
              <a:ext cx="52161" cy="50917"/>
            </a:xfrm>
            <a:prstGeom prst="ellipse">
              <a:avLst/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</p:grpSp>
      <p:sp>
        <p:nvSpPr>
          <p:cNvPr id="542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6474750" y="1771850"/>
            <a:ext cx="1899229" cy="335771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43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8837452" y="1771850"/>
            <a:ext cx="1899229" cy="335771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44" name="Picture Placeholder 17"/>
          <p:cNvSpPr>
            <a:spLocks noGrp="1"/>
          </p:cNvSpPr>
          <p:nvPr>
            <p:ph type="pic" sz="quarter" idx="15"/>
          </p:nvPr>
        </p:nvSpPr>
        <p:spPr>
          <a:xfrm>
            <a:off x="11045162" y="1771850"/>
            <a:ext cx="949615" cy="335771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1666937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553" name="Picture Placeholder 7"/>
          <p:cNvSpPr>
            <a:spLocks noGrp="1"/>
          </p:cNvSpPr>
          <p:nvPr>
            <p:ph type="pic" idx="13"/>
          </p:nvPr>
        </p:nvSpPr>
        <p:spPr>
          <a:xfrm>
            <a:off x="195942" y="170327"/>
            <a:ext cx="11816764" cy="325867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54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543427" y="2272146"/>
            <a:ext cx="1859958" cy="231370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3736548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563" name="Picture Placeholder 7"/>
          <p:cNvSpPr>
            <a:spLocks noGrp="1"/>
          </p:cNvSpPr>
          <p:nvPr>
            <p:ph type="pic" idx="13"/>
          </p:nvPr>
        </p:nvSpPr>
        <p:spPr>
          <a:xfrm>
            <a:off x="179293" y="170327"/>
            <a:ext cx="11833413" cy="451318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64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120967" y="3430132"/>
            <a:ext cx="3959591" cy="250675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4200696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573" name="Picture Placeholder 7"/>
          <p:cNvSpPr>
            <a:spLocks noGrp="1"/>
          </p:cNvSpPr>
          <p:nvPr>
            <p:ph type="pic" idx="13"/>
          </p:nvPr>
        </p:nvSpPr>
        <p:spPr>
          <a:xfrm>
            <a:off x="179293" y="170327"/>
            <a:ext cx="11833413" cy="451318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74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924360" y="2677346"/>
            <a:ext cx="4343278" cy="260936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3937755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pic>
        <p:nvPicPr>
          <p:cNvPr id="583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3" y="1913086"/>
            <a:ext cx="5208653" cy="3122715"/>
          </a:xfrm>
          <a:prstGeom prst="rect">
            <a:avLst/>
          </a:prstGeom>
          <a:ln w="12700">
            <a:miter lim="400000"/>
          </a:ln>
        </p:spPr>
      </p:pic>
      <p:sp>
        <p:nvSpPr>
          <p:cNvPr id="58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487494" y="2133169"/>
            <a:ext cx="3959592" cy="250676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6587542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pic>
        <p:nvPicPr>
          <p:cNvPr id="593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28" y="1597152"/>
            <a:ext cx="5020889" cy="4602480"/>
          </a:xfrm>
          <a:prstGeom prst="rect">
            <a:avLst/>
          </a:prstGeom>
          <a:ln w="12700">
            <a:miter lim="400000"/>
          </a:ln>
        </p:spPr>
      </p:pic>
      <p:sp>
        <p:nvSpPr>
          <p:cNvPr id="59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057620" y="1909249"/>
            <a:ext cx="4370409" cy="260936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76087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03" name="Picture Placeholder 7"/>
          <p:cNvSpPr>
            <a:spLocks noGrp="1"/>
          </p:cNvSpPr>
          <p:nvPr>
            <p:ph type="pic" sz="half" idx="13"/>
          </p:nvPr>
        </p:nvSpPr>
        <p:spPr>
          <a:xfrm>
            <a:off x="7498080" y="170327"/>
            <a:ext cx="4514627" cy="651734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04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436366" y="1550852"/>
            <a:ext cx="2123427" cy="381679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3974459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13" name="Picture Placeholder 7"/>
          <p:cNvSpPr>
            <a:spLocks noGrp="1"/>
          </p:cNvSpPr>
          <p:nvPr>
            <p:ph type="pic" sz="half" idx="13"/>
          </p:nvPr>
        </p:nvSpPr>
        <p:spPr>
          <a:xfrm>
            <a:off x="179293" y="170327"/>
            <a:ext cx="4514627" cy="651734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14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3763941" y="2272146"/>
            <a:ext cx="1859959" cy="231370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0709258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23" name="Picture Placeholder 7"/>
          <p:cNvSpPr>
            <a:spLocks noGrp="1"/>
          </p:cNvSpPr>
          <p:nvPr>
            <p:ph type="pic" idx="13"/>
          </p:nvPr>
        </p:nvSpPr>
        <p:spPr>
          <a:xfrm>
            <a:off x="179293" y="170329"/>
            <a:ext cx="11833413" cy="451318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24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7501326" y="2878464"/>
            <a:ext cx="4068757" cy="254975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1813337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33" name="Picture Placeholder 7"/>
          <p:cNvSpPr>
            <a:spLocks noGrp="1"/>
          </p:cNvSpPr>
          <p:nvPr>
            <p:ph type="pic" idx="13"/>
          </p:nvPr>
        </p:nvSpPr>
        <p:spPr>
          <a:xfrm>
            <a:off x="179293" y="170329"/>
            <a:ext cx="11833413" cy="451318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34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1047856" y="2615842"/>
            <a:ext cx="4020732" cy="226473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5735054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43" name="Picture Placeholder 5"/>
          <p:cNvSpPr>
            <a:spLocks noGrp="1"/>
          </p:cNvSpPr>
          <p:nvPr>
            <p:ph type="pic" sz="half" idx="13"/>
          </p:nvPr>
        </p:nvSpPr>
        <p:spPr>
          <a:xfrm>
            <a:off x="970702" y="509062"/>
            <a:ext cx="3888371" cy="586983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1740835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52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778875" y="478011"/>
            <a:ext cx="5453920" cy="5905144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0781013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61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1029658" y="762478"/>
            <a:ext cx="4669184" cy="533620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141271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70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815339" y="274319"/>
            <a:ext cx="4602481" cy="620334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3187629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B8B8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5965106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4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125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86" name="Shape 126"/>
          <p:cNvSpPr>
            <a:spLocks noGrp="1"/>
          </p:cNvSpPr>
          <p:nvPr>
            <p:ph type="pic" sz="quarter" idx="13"/>
          </p:nvPr>
        </p:nvSpPr>
        <p:spPr>
          <a:xfrm>
            <a:off x="2058306" y="1292677"/>
            <a:ext cx="2032001" cy="441325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3118967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3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Shape 122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95" name="Shape 123"/>
          <p:cNvSpPr>
            <a:spLocks noGrp="1"/>
          </p:cNvSpPr>
          <p:nvPr>
            <p:ph type="pic" sz="half" idx="13"/>
          </p:nvPr>
        </p:nvSpPr>
        <p:spPr>
          <a:xfrm>
            <a:off x="1447800" y="2209800"/>
            <a:ext cx="3924300" cy="52070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1520807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2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Shape 119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04" name="Shape 120"/>
          <p:cNvSpPr>
            <a:spLocks noGrp="1"/>
          </p:cNvSpPr>
          <p:nvPr>
            <p:ph type="pic" sz="quarter" idx="13"/>
          </p:nvPr>
        </p:nvSpPr>
        <p:spPr>
          <a:xfrm>
            <a:off x="1600200" y="1897063"/>
            <a:ext cx="2389189" cy="316706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7891950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1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Shape 116"/>
          <p:cNvSpPr/>
          <p:nvPr/>
        </p:nvSpPr>
        <p:spPr>
          <a:xfrm>
            <a:off x="4537709" y="524655"/>
            <a:ext cx="7056033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13" name="Shape 117"/>
          <p:cNvSpPr>
            <a:spLocks noGrp="1"/>
          </p:cNvSpPr>
          <p:nvPr>
            <p:ph type="pic" sz="quarter" idx="13"/>
          </p:nvPr>
        </p:nvSpPr>
        <p:spPr>
          <a:xfrm>
            <a:off x="8766175" y="1897063"/>
            <a:ext cx="2046289" cy="354330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0895031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5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Shape 113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22" name="Shape 114"/>
          <p:cNvSpPr>
            <a:spLocks noGrp="1"/>
          </p:cNvSpPr>
          <p:nvPr>
            <p:ph type="pic" sz="half" idx="13"/>
          </p:nvPr>
        </p:nvSpPr>
        <p:spPr>
          <a:xfrm>
            <a:off x="7820025" y="1711325"/>
            <a:ext cx="5767388" cy="36576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6378195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6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Shape 110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31" name="Shape 111"/>
          <p:cNvSpPr>
            <a:spLocks noGrp="1"/>
          </p:cNvSpPr>
          <p:nvPr>
            <p:ph type="pic" sz="quarter" idx="13"/>
          </p:nvPr>
        </p:nvSpPr>
        <p:spPr>
          <a:xfrm>
            <a:off x="5189537" y="2411413"/>
            <a:ext cx="1714501" cy="204628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6485417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7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Shape 107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40" name="Shape 108"/>
          <p:cNvSpPr>
            <a:spLocks noGrp="1"/>
          </p:cNvSpPr>
          <p:nvPr>
            <p:ph type="pic" sz="quarter" idx="13"/>
          </p:nvPr>
        </p:nvSpPr>
        <p:spPr>
          <a:xfrm>
            <a:off x="4743450" y="1668463"/>
            <a:ext cx="2046289" cy="3567113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5558116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8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Shape 104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49" name="Shape 105"/>
          <p:cNvSpPr>
            <a:spLocks noGrp="1"/>
          </p:cNvSpPr>
          <p:nvPr>
            <p:ph type="pic" sz="quarter" idx="13"/>
          </p:nvPr>
        </p:nvSpPr>
        <p:spPr>
          <a:xfrm>
            <a:off x="4548823" y="2011363"/>
            <a:ext cx="2424113" cy="3268663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9961802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9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Shape 101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58" name="Shape 102"/>
          <p:cNvSpPr>
            <a:spLocks noGrp="1"/>
          </p:cNvSpPr>
          <p:nvPr>
            <p:ph type="pic" sz="quarter" idx="13"/>
          </p:nvPr>
        </p:nvSpPr>
        <p:spPr>
          <a:xfrm>
            <a:off x="6446520" y="2354579"/>
            <a:ext cx="3875405" cy="242379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7985702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0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Shape 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2ADC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9434379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1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Shape 93"/>
          <p:cNvSpPr/>
          <p:nvPr/>
        </p:nvSpPr>
        <p:spPr>
          <a:xfrm>
            <a:off x="612803" y="-1"/>
            <a:ext cx="10980939" cy="6331884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84" name="Shape 94"/>
          <p:cNvSpPr>
            <a:spLocks noGrp="1"/>
          </p:cNvSpPr>
          <p:nvPr>
            <p:ph type="pic" sz="quarter" idx="13"/>
          </p:nvPr>
        </p:nvSpPr>
        <p:spPr>
          <a:xfrm>
            <a:off x="5521549" y="3400816"/>
            <a:ext cx="1163447" cy="116344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0401813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3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Shape 88"/>
          <p:cNvSpPr/>
          <p:nvPr/>
        </p:nvSpPr>
        <p:spPr>
          <a:xfrm>
            <a:off x="612803" y="0"/>
            <a:ext cx="10980939" cy="6858000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93" name="Shape 89"/>
          <p:cNvSpPr>
            <a:spLocks noGrp="1"/>
          </p:cNvSpPr>
          <p:nvPr>
            <p:ph type="pic" sz="quarter" idx="13"/>
          </p:nvPr>
        </p:nvSpPr>
        <p:spPr>
          <a:xfrm>
            <a:off x="6415540" y="2511429"/>
            <a:ext cx="3875088" cy="149383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94" name="Shape 90"/>
          <p:cNvSpPr>
            <a:spLocks noGrp="1"/>
          </p:cNvSpPr>
          <p:nvPr>
            <p:ph type="pic" sz="quarter" idx="14"/>
          </p:nvPr>
        </p:nvSpPr>
        <p:spPr>
          <a:xfrm>
            <a:off x="6415540" y="4129773"/>
            <a:ext cx="1872117" cy="149383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95" name="Shape 91"/>
          <p:cNvSpPr>
            <a:spLocks noGrp="1"/>
          </p:cNvSpPr>
          <p:nvPr>
            <p:ph type="pic" sz="quarter" idx="15"/>
          </p:nvPr>
        </p:nvSpPr>
        <p:spPr>
          <a:xfrm>
            <a:off x="8418510" y="4129773"/>
            <a:ext cx="1872117" cy="149383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4785731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2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Shape 86"/>
          <p:cNvSpPr/>
          <p:nvPr/>
        </p:nvSpPr>
        <p:spPr>
          <a:xfrm>
            <a:off x="612803" y="0"/>
            <a:ext cx="10980939" cy="6858000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4305824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3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Shape 83"/>
          <p:cNvSpPr/>
          <p:nvPr/>
        </p:nvSpPr>
        <p:spPr>
          <a:xfrm>
            <a:off x="612803" y="524656"/>
            <a:ext cx="10980939" cy="6333345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12" name="Shape 84"/>
          <p:cNvSpPr>
            <a:spLocks noGrp="1"/>
          </p:cNvSpPr>
          <p:nvPr>
            <p:ph type="pic" sz="quarter" idx="13"/>
          </p:nvPr>
        </p:nvSpPr>
        <p:spPr>
          <a:xfrm>
            <a:off x="5521549" y="1674885"/>
            <a:ext cx="1163447" cy="116344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8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6466937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410806"/>
      </p:ext>
    </p:extLst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05966"/>
      </p:ext>
    </p:extLst>
  </p:cSld>
  <p:clrMapOvr>
    <a:masterClrMapping/>
  </p:clrMapOvr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878242"/>
      </p:ext>
    </p:extLst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611805"/>
      </p:ext>
    </p:extLst>
  </p:cSld>
  <p:clrMapOvr>
    <a:masterClrMapping/>
  </p:clrMapOvr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191640"/>
      </p:ext>
    </p:extLst>
  </p:cSld>
  <p:clrMapOvr>
    <a:masterClrMapping/>
  </p:clrMapOvr>
  <p:hf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622898"/>
      </p:ext>
    </p:extLst>
  </p:cSld>
  <p:clrMapOvr>
    <a:masterClrMapping/>
  </p:clrMapOvr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08789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638120"/>
      </p:ext>
    </p:extLst>
  </p:cSld>
  <p:clrMapOvr>
    <a:masterClrMapping/>
  </p:clrMapOvr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941687"/>
      </p:ext>
    </p:extLst>
  </p:cSld>
  <p:clrMapOvr>
    <a:masterClrMapping/>
  </p:clrMapOvr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266939"/>
      </p:ext>
    </p:extLst>
  </p:cSld>
  <p:clrMapOvr>
    <a:masterClrMapping/>
  </p:clrMapOvr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116867"/>
      </p:ext>
    </p:extLst>
  </p:cSld>
  <p:clrMapOvr>
    <a:masterClrMapping/>
  </p:clrMapOvr>
  <p:hf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icture Placeholder 3"/>
          <p:cNvSpPr>
            <a:spLocks noGrp="1"/>
          </p:cNvSpPr>
          <p:nvPr>
            <p:ph type="pic" sz="half" idx="13"/>
          </p:nvPr>
        </p:nvSpPr>
        <p:spPr>
          <a:xfrm>
            <a:off x="6096000" y="3429000"/>
            <a:ext cx="5916706" cy="325867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5" name="Picture Placeholder 4"/>
          <p:cNvSpPr>
            <a:spLocks noGrp="1"/>
          </p:cNvSpPr>
          <p:nvPr>
            <p:ph type="pic" sz="half" idx="14"/>
          </p:nvPr>
        </p:nvSpPr>
        <p:spPr>
          <a:xfrm>
            <a:off x="179294" y="3429000"/>
            <a:ext cx="5916706" cy="325867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0680150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icture Placeholder 3"/>
          <p:cNvSpPr>
            <a:spLocks noGrp="1"/>
          </p:cNvSpPr>
          <p:nvPr>
            <p:ph type="pic" sz="half" idx="13"/>
          </p:nvPr>
        </p:nvSpPr>
        <p:spPr>
          <a:xfrm>
            <a:off x="6096000" y="3429000"/>
            <a:ext cx="5916706" cy="325867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5" name="Picture Placeholder 4"/>
          <p:cNvSpPr>
            <a:spLocks noGrp="1"/>
          </p:cNvSpPr>
          <p:nvPr>
            <p:ph type="pic" sz="half" idx="14"/>
          </p:nvPr>
        </p:nvSpPr>
        <p:spPr>
          <a:xfrm>
            <a:off x="179294" y="3429000"/>
            <a:ext cx="5916706" cy="325867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EG" smtClean="0"/>
              <a:t>‹#›</a:t>
            </a:fld>
            <a:endParaRPr lang="en-EG"/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643FCD2-3D6E-D3EB-5D99-4634CE4624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645" y="-190808"/>
            <a:ext cx="1499514" cy="1484753"/>
          </a:xfrm>
          <a:prstGeom prst="rect">
            <a:avLst/>
          </a:prstGeom>
        </p:spPr>
      </p:pic>
      <p:pic>
        <p:nvPicPr>
          <p:cNvPr id="4" name="Image 5" descr="preencoded.png">
            <a:extLst>
              <a:ext uri="{FF2B5EF4-FFF2-40B4-BE49-F238E27FC236}">
                <a16:creationId xmlns:a16="http://schemas.microsoft.com/office/drawing/2014/main" id="{95BFA1E5-C8A6-6A33-F89C-C8ACF48206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rcRect t="-103" b="-103"/>
          <a:stretch/>
        </p:blipFill>
        <p:spPr>
          <a:xfrm>
            <a:off x="0" y="4148633"/>
            <a:ext cx="12191695" cy="271485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EC2DC2D-9D0D-6A5E-D1D3-FC8A4FD68FB6}"/>
              </a:ext>
            </a:extLst>
          </p:cNvPr>
          <p:cNvGrpSpPr/>
          <p:nvPr userDrawn="1"/>
        </p:nvGrpSpPr>
        <p:grpSpPr>
          <a:xfrm>
            <a:off x="10369095" y="-1675594"/>
            <a:ext cx="2272718" cy="4909522"/>
            <a:chOff x="10369095" y="-1675594"/>
            <a:chExt cx="2272718" cy="4909522"/>
          </a:xfrm>
        </p:grpSpPr>
        <p:sp>
          <p:nvSpPr>
            <p:cNvPr id="9" name="Moon 8">
              <a:extLst>
                <a:ext uri="{FF2B5EF4-FFF2-40B4-BE49-F238E27FC236}">
                  <a16:creationId xmlns:a16="http://schemas.microsoft.com/office/drawing/2014/main" id="{BF08C062-C1E8-4475-E326-DDA5D5BCB5D7}"/>
                </a:ext>
              </a:extLst>
            </p:cNvPr>
            <p:cNvSpPr/>
            <p:nvPr/>
          </p:nvSpPr>
          <p:spPr>
            <a:xfrm rot="8261318">
              <a:off x="10397699" y="-1395487"/>
              <a:ext cx="2244114" cy="4629415"/>
            </a:xfrm>
            <a:prstGeom prst="moon">
              <a:avLst/>
            </a:prstGeom>
            <a:solidFill>
              <a:srgbClr val="FFB814"/>
            </a:solidFill>
          </p:spPr>
          <p:txBody>
            <a:bodyPr/>
            <a:lstStyle/>
            <a:p>
              <a:endParaRPr lang="en-EG" sz="1688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" name="Moon 9">
              <a:extLst>
                <a:ext uri="{FF2B5EF4-FFF2-40B4-BE49-F238E27FC236}">
                  <a16:creationId xmlns:a16="http://schemas.microsoft.com/office/drawing/2014/main" id="{9CEA6D12-9DE9-F459-986A-976DC7D693D3}"/>
                </a:ext>
              </a:extLst>
            </p:cNvPr>
            <p:cNvSpPr/>
            <p:nvPr/>
          </p:nvSpPr>
          <p:spPr>
            <a:xfrm rot="8261318">
              <a:off x="10369095" y="-1675594"/>
              <a:ext cx="2244114" cy="4629415"/>
            </a:xfrm>
            <a:prstGeom prst="moon">
              <a:avLst/>
            </a:prstGeom>
            <a:solidFill>
              <a:srgbClr val="082D4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1199833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122" name="Picture Placeholder 2"/>
          <p:cNvSpPr>
            <a:spLocks noGrp="1"/>
          </p:cNvSpPr>
          <p:nvPr>
            <p:ph type="pic" idx="13"/>
          </p:nvPr>
        </p:nvSpPr>
        <p:spPr>
          <a:xfrm>
            <a:off x="179294" y="3816625"/>
            <a:ext cx="11833412" cy="287104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937761"/>
      </p:ext>
    </p:extLst>
  </p:cSld>
  <p:clrMapOvr>
    <a:masterClrMapping/>
  </p:clrMapOvr>
  <p:transition spd="med"/>
  <p:hf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140" name="Picture Placeholder 7"/>
          <p:cNvSpPr>
            <a:spLocks noGrp="1"/>
          </p:cNvSpPr>
          <p:nvPr>
            <p:ph type="pic" sz="half" idx="13"/>
          </p:nvPr>
        </p:nvSpPr>
        <p:spPr>
          <a:xfrm>
            <a:off x="1027766" y="1775012"/>
            <a:ext cx="6233646" cy="409687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419016"/>
      </p:ext>
    </p:extLst>
  </p:cSld>
  <p:clrMapOvr>
    <a:masterClrMapping/>
  </p:clrMapOvr>
  <p:transition spd="med"/>
  <p:hf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158" name="Picture Placeholder 7"/>
          <p:cNvSpPr>
            <a:spLocks noGrp="1"/>
          </p:cNvSpPr>
          <p:nvPr>
            <p:ph type="pic" sz="half" idx="13"/>
          </p:nvPr>
        </p:nvSpPr>
        <p:spPr>
          <a:xfrm>
            <a:off x="8122025" y="170327"/>
            <a:ext cx="3890682" cy="651734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369566"/>
      </p:ext>
    </p:extLst>
  </p:cSld>
  <p:clrMapOvr>
    <a:masterClrMapping/>
  </p:clrMapOvr>
  <p:transition spd="med"/>
  <p:hf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07" name="Picture Placeholder 7"/>
          <p:cNvSpPr>
            <a:spLocks noGrp="1"/>
          </p:cNvSpPr>
          <p:nvPr>
            <p:ph type="pic" sz="half" idx="13"/>
          </p:nvPr>
        </p:nvSpPr>
        <p:spPr>
          <a:xfrm>
            <a:off x="4385447" y="170329"/>
            <a:ext cx="7627259" cy="27595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485348"/>
      </p:ext>
    </p:extLst>
  </p:cSld>
  <p:clrMapOvr>
    <a:masterClrMapping/>
  </p:clrMapOvr>
  <p:transition spd="med"/>
  <p:hf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16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703942" y="620940"/>
            <a:ext cx="4455888" cy="250643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17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703942" y="3741511"/>
            <a:ext cx="4455888" cy="250643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368581"/>
      </p:ext>
    </p:extLst>
  </p:cSld>
  <p:clrMapOvr>
    <a:masterClrMapping/>
  </p:clrMapOvr>
  <p:transition spd="med"/>
  <p:hf hdr="0" ft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2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1420" y="718911"/>
            <a:ext cx="4455888" cy="250643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27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5700484" y="718911"/>
            <a:ext cx="4455888" cy="250643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28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7170056" y="3609068"/>
            <a:ext cx="2986315" cy="250643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2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0519549" y="718911"/>
            <a:ext cx="1493158" cy="539659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498861"/>
      </p:ext>
    </p:extLst>
  </p:cSld>
  <p:clrMapOvr>
    <a:masterClrMapping/>
  </p:clrMapOvr>
  <p:transition spd="med"/>
  <p:hf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50" name="Picture Placeholder 3"/>
          <p:cNvSpPr>
            <a:spLocks noGrp="1"/>
          </p:cNvSpPr>
          <p:nvPr>
            <p:ph type="pic" sz="half" idx="13"/>
          </p:nvPr>
        </p:nvSpPr>
        <p:spPr>
          <a:xfrm>
            <a:off x="143434" y="170330"/>
            <a:ext cx="4492489" cy="651734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139281"/>
      </p:ext>
    </p:extLst>
  </p:cSld>
  <p:clrMapOvr>
    <a:masterClrMapping/>
  </p:clrMapOvr>
  <p:transition spd="med"/>
  <p:hf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5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961733" y="4057651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6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3624741" y="4057651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61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287751" y="4057651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62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8950759" y="4057651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301068"/>
      </p:ext>
    </p:extLst>
  </p:cSld>
  <p:clrMapOvr>
    <a:masterClrMapping/>
  </p:clrMapOvr>
  <p:transition spd="med"/>
  <p:hf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27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61733" y="4122966"/>
            <a:ext cx="2284593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2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3624741" y="4122966"/>
            <a:ext cx="2284593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6287751" y="4122966"/>
            <a:ext cx="2284593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4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8950759" y="4122966"/>
            <a:ext cx="2284593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5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61733" y="1510395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6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3624741" y="1510395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6287751" y="1510395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8" name="Picture Placeholder 9"/>
          <p:cNvSpPr>
            <a:spLocks noGrp="1"/>
          </p:cNvSpPr>
          <p:nvPr>
            <p:ph type="pic" sz="quarter" idx="20"/>
          </p:nvPr>
        </p:nvSpPr>
        <p:spPr>
          <a:xfrm>
            <a:off x="8950759" y="1510395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7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411513"/>
      </p:ext>
    </p:extLst>
  </p:cSld>
  <p:clrMapOvr>
    <a:masterClrMapping/>
  </p:clrMapOvr>
  <p:transition spd="med"/>
  <p:hf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96523" y="589055"/>
            <a:ext cx="2840079" cy="286212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9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675961" y="3451181"/>
            <a:ext cx="2840079" cy="286212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00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8155398" y="589055"/>
            <a:ext cx="2840079" cy="286212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5DFE427-7BF6-1731-0F6C-831021A542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645" y="-190808"/>
            <a:ext cx="1499514" cy="1484753"/>
          </a:xfrm>
          <a:prstGeom prst="rect">
            <a:avLst/>
          </a:prstGeom>
        </p:spPr>
      </p:pic>
      <p:pic>
        <p:nvPicPr>
          <p:cNvPr id="3" name="Image 5" descr="preencoded.png">
            <a:extLst>
              <a:ext uri="{FF2B5EF4-FFF2-40B4-BE49-F238E27FC236}">
                <a16:creationId xmlns:a16="http://schemas.microsoft.com/office/drawing/2014/main" id="{C481A37D-3E72-AFED-471F-05C9CF79C5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rcRect t="-103" b="-103"/>
          <a:stretch/>
        </p:blipFill>
        <p:spPr>
          <a:xfrm>
            <a:off x="0" y="4148633"/>
            <a:ext cx="12191695" cy="271485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6A3075E-7ECF-B126-D3BC-EB17B72320A8}"/>
              </a:ext>
            </a:extLst>
          </p:cNvPr>
          <p:cNvGrpSpPr/>
          <p:nvPr userDrawn="1"/>
        </p:nvGrpSpPr>
        <p:grpSpPr>
          <a:xfrm>
            <a:off x="10369095" y="-1675594"/>
            <a:ext cx="2272718" cy="4909522"/>
            <a:chOff x="10369095" y="-1675594"/>
            <a:chExt cx="2272718" cy="4909522"/>
          </a:xfrm>
        </p:grpSpPr>
        <p:sp>
          <p:nvSpPr>
            <p:cNvPr id="5" name="Moon 4">
              <a:extLst>
                <a:ext uri="{FF2B5EF4-FFF2-40B4-BE49-F238E27FC236}">
                  <a16:creationId xmlns:a16="http://schemas.microsoft.com/office/drawing/2014/main" id="{7675583F-3878-1382-7C91-7EBEB68088B9}"/>
                </a:ext>
              </a:extLst>
            </p:cNvPr>
            <p:cNvSpPr/>
            <p:nvPr/>
          </p:nvSpPr>
          <p:spPr>
            <a:xfrm rot="8261318">
              <a:off x="10397699" y="-1395487"/>
              <a:ext cx="2244114" cy="4629415"/>
            </a:xfrm>
            <a:prstGeom prst="moon">
              <a:avLst/>
            </a:prstGeom>
            <a:solidFill>
              <a:srgbClr val="FFB814"/>
            </a:solidFill>
          </p:spPr>
          <p:txBody>
            <a:bodyPr/>
            <a:lstStyle/>
            <a:p>
              <a:endParaRPr lang="en-EG" sz="1688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" name="Moon 5">
              <a:extLst>
                <a:ext uri="{FF2B5EF4-FFF2-40B4-BE49-F238E27FC236}">
                  <a16:creationId xmlns:a16="http://schemas.microsoft.com/office/drawing/2014/main" id="{9E418CA9-FD25-4B79-F171-73E2C6A4ADC9}"/>
                </a:ext>
              </a:extLst>
            </p:cNvPr>
            <p:cNvSpPr/>
            <p:nvPr/>
          </p:nvSpPr>
          <p:spPr>
            <a:xfrm rot="8261318">
              <a:off x="10369095" y="-1675594"/>
              <a:ext cx="2244114" cy="4629415"/>
            </a:xfrm>
            <a:prstGeom prst="moon">
              <a:avLst/>
            </a:prstGeom>
            <a:solidFill>
              <a:srgbClr val="082D4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0254036"/>
      </p:ext>
    </p:extLst>
  </p:cSld>
  <p:clrMapOvr>
    <a:masterClrMapping/>
  </p:clrMapOvr>
  <p:transition spd="med"/>
  <p:hf hdr="0" ft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0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23313" y="414064"/>
            <a:ext cx="2513650" cy="285165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10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3270879" y="414064"/>
            <a:ext cx="2513649" cy="285165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11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423313" y="3592283"/>
            <a:ext cx="2513650" cy="285164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12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3270879" y="3592283"/>
            <a:ext cx="2513649" cy="285164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003805"/>
      </p:ext>
    </p:extLst>
  </p:cSld>
  <p:clrMapOvr>
    <a:masterClrMapping/>
  </p:clrMapOvr>
  <p:transition spd="med"/>
  <p:hf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2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175005" y="3567798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22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175005" y="987883"/>
            <a:ext cx="2284593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23" name="Picture Placeholder 4"/>
          <p:cNvSpPr>
            <a:spLocks noGrp="1"/>
          </p:cNvSpPr>
          <p:nvPr>
            <p:ph type="pic" sz="half" idx="15"/>
          </p:nvPr>
        </p:nvSpPr>
        <p:spPr>
          <a:xfrm>
            <a:off x="4359728" y="987879"/>
            <a:ext cx="4470970" cy="488224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176544"/>
      </p:ext>
    </p:extLst>
  </p:cSld>
  <p:clrMapOvr>
    <a:masterClrMapping/>
  </p:clrMapOvr>
  <p:transition spd="med"/>
  <p:hf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3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98448" y="3567798"/>
            <a:ext cx="2284593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33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798448" y="987883"/>
            <a:ext cx="2284593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34" name="Picture Placeholder 11"/>
          <p:cNvSpPr>
            <a:spLocks noGrp="1"/>
          </p:cNvSpPr>
          <p:nvPr>
            <p:ph type="pic" sz="half" idx="15"/>
          </p:nvPr>
        </p:nvSpPr>
        <p:spPr>
          <a:xfrm>
            <a:off x="5990935" y="987879"/>
            <a:ext cx="5439066" cy="488224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35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3394692" y="3567798"/>
            <a:ext cx="2284592" cy="230232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3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3394692" y="987883"/>
            <a:ext cx="2284592" cy="230233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908839"/>
      </p:ext>
    </p:extLst>
  </p:cSld>
  <p:clrMapOvr>
    <a:masterClrMapping/>
  </p:clrMapOvr>
  <p:transition spd="med"/>
  <p:hf hdr="0" ft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4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84148" y="987882"/>
            <a:ext cx="2284593" cy="488223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46" name="Picture Placeholder 4"/>
          <p:cNvSpPr>
            <a:spLocks noGrp="1"/>
          </p:cNvSpPr>
          <p:nvPr>
            <p:ph type="pic" sz="half" idx="14"/>
          </p:nvPr>
        </p:nvSpPr>
        <p:spPr>
          <a:xfrm>
            <a:off x="3292928" y="987879"/>
            <a:ext cx="4470970" cy="488224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00532"/>
      </p:ext>
    </p:extLst>
  </p:cSld>
  <p:clrMapOvr>
    <a:masterClrMapping/>
  </p:clrMapOvr>
  <p:transition spd="med"/>
  <p:hf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55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6096000" y="3429000"/>
            <a:ext cx="5916706" cy="325867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56" name="Picture Placeholder 4"/>
          <p:cNvSpPr>
            <a:spLocks noGrp="1"/>
          </p:cNvSpPr>
          <p:nvPr>
            <p:ph type="pic" sz="half" idx="14"/>
          </p:nvPr>
        </p:nvSpPr>
        <p:spPr>
          <a:xfrm>
            <a:off x="179294" y="170327"/>
            <a:ext cx="5916706" cy="325867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652052"/>
      </p:ext>
    </p:extLst>
  </p:cSld>
  <p:clrMapOvr>
    <a:masterClrMapping/>
  </p:clrMapOvr>
  <p:transition spd="med"/>
  <p:hf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65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179294" y="1714500"/>
            <a:ext cx="6096001" cy="34290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219269"/>
      </p:ext>
    </p:extLst>
  </p:cSld>
  <p:clrMapOvr>
    <a:masterClrMapping/>
  </p:clrMapOvr>
  <p:transition spd="med"/>
  <p:hf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74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857250" y="2152650"/>
            <a:ext cx="2569029" cy="34290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7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096000" y="2152650"/>
            <a:ext cx="2569029" cy="34290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405840"/>
      </p:ext>
    </p:extLst>
  </p:cSld>
  <p:clrMapOvr>
    <a:masterClrMapping/>
  </p:clrMapOvr>
  <p:transition spd="med"/>
  <p:hf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384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857250" y="2114550"/>
            <a:ext cx="2569029" cy="34290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0909"/>
      </p:ext>
    </p:extLst>
  </p:cSld>
  <p:clrMapOvr>
    <a:masterClrMapping/>
  </p:clrMapOvr>
  <p:transition spd="med"/>
  <p:hf hdr="0" ft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02" name="Picture Placeholder 24"/>
          <p:cNvSpPr>
            <a:spLocks noGrp="1"/>
          </p:cNvSpPr>
          <p:nvPr>
            <p:ph type="pic" sz="half" idx="13"/>
          </p:nvPr>
        </p:nvSpPr>
        <p:spPr>
          <a:xfrm>
            <a:off x="179294" y="170327"/>
            <a:ext cx="5916706" cy="325867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03" name="Picture Placeholder 26"/>
          <p:cNvSpPr>
            <a:spLocks noGrp="1"/>
          </p:cNvSpPr>
          <p:nvPr>
            <p:ph type="pic" sz="half" idx="14"/>
          </p:nvPr>
        </p:nvSpPr>
        <p:spPr>
          <a:xfrm>
            <a:off x="6096000" y="170327"/>
            <a:ext cx="5916706" cy="3258674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04" name="Picture Placeholder 27"/>
          <p:cNvSpPr>
            <a:spLocks noGrp="1"/>
          </p:cNvSpPr>
          <p:nvPr>
            <p:ph type="pic" sz="quarter" idx="15"/>
          </p:nvPr>
        </p:nvSpPr>
        <p:spPr>
          <a:xfrm>
            <a:off x="4939145" y="2272144"/>
            <a:ext cx="2313711" cy="231371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00823"/>
      </p:ext>
    </p:extLst>
  </p:cSld>
  <p:clrMapOvr>
    <a:masterClrMapping/>
  </p:clrMapOvr>
  <p:transition spd="med"/>
  <p:hf hdr="0" ft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13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197430" y="1876880"/>
            <a:ext cx="2024740" cy="202474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14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3795486" y="1876880"/>
            <a:ext cx="2024741" cy="202474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1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6393543" y="1876880"/>
            <a:ext cx="2024741" cy="202474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16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8991600" y="1876880"/>
            <a:ext cx="2024741" cy="202474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474616"/>
      </p:ext>
    </p:extLst>
  </p:cSld>
  <p:clrMapOvr>
    <a:masterClrMapping/>
  </p:clrMapOvr>
  <p:transition spd="med"/>
  <p:hf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2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8547103" y="1019067"/>
            <a:ext cx="2547259" cy="254726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26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908053" y="3564337"/>
            <a:ext cx="2547259" cy="254725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356114"/>
      </p:ext>
    </p:extLst>
  </p:cSld>
  <p:clrMapOvr>
    <a:masterClrMapping/>
  </p:clrMapOvr>
  <p:transition spd="med"/>
  <p:hf hdr="0" ft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3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54904" y="2054802"/>
            <a:ext cx="2547260" cy="254725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36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390616" y="2054802"/>
            <a:ext cx="2547259" cy="254725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232638"/>
      </p:ext>
    </p:extLst>
  </p:cSld>
  <p:clrMapOvr>
    <a:masterClrMapping/>
  </p:clrMapOvr>
  <p:transition spd="med"/>
  <p:hf hdr="0" ftr="0" dt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45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179293" y="170328"/>
            <a:ext cx="4214290" cy="6517344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871248"/>
      </p:ext>
    </p:extLst>
  </p:cSld>
  <p:clrMapOvr>
    <a:masterClrMapping/>
  </p:clrMapOvr>
  <p:transition spd="med"/>
  <p:hf hdr="0" ftr="0" dt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54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2431623" y="2374051"/>
            <a:ext cx="2384218" cy="238421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82516"/>
      </p:ext>
    </p:extLst>
  </p:cSld>
  <p:clrMapOvr>
    <a:masterClrMapping/>
  </p:clrMapOvr>
  <p:transition spd="med"/>
  <p:hf hdr="0" ftr="0" dt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63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2431623" y="782313"/>
            <a:ext cx="2384218" cy="238421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6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2431623" y="3745646"/>
            <a:ext cx="2384218" cy="238421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6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75247"/>
      </p:ext>
    </p:extLst>
  </p:cSld>
  <p:clrMapOvr>
    <a:masterClrMapping/>
  </p:clrMapOvr>
  <p:transition spd="med"/>
  <p:hf hdr="0" ftr="0" dt="0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73" name="Picture Placeholder 7"/>
          <p:cNvSpPr>
            <a:spLocks noGrp="1"/>
          </p:cNvSpPr>
          <p:nvPr>
            <p:ph type="pic" idx="13"/>
          </p:nvPr>
        </p:nvSpPr>
        <p:spPr>
          <a:xfrm>
            <a:off x="179293" y="170327"/>
            <a:ext cx="11833413" cy="651734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74" name="Picture Placeholder 15"/>
          <p:cNvSpPr>
            <a:spLocks noGrp="1"/>
          </p:cNvSpPr>
          <p:nvPr>
            <p:ph type="pic" sz="quarter" idx="14"/>
          </p:nvPr>
        </p:nvSpPr>
        <p:spPr>
          <a:xfrm>
            <a:off x="8287442" y="1537307"/>
            <a:ext cx="2164559" cy="382679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996400"/>
      </p:ext>
    </p:extLst>
  </p:cSld>
  <p:clrMapOvr>
    <a:masterClrMapping/>
  </p:clrMapOvr>
  <p:transition spd="med"/>
  <p:hf hdr="0" ftr="0" dt="0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83" name="Picture Placeholder 7"/>
          <p:cNvSpPr>
            <a:spLocks noGrp="1"/>
          </p:cNvSpPr>
          <p:nvPr>
            <p:ph type="pic" idx="13"/>
          </p:nvPr>
        </p:nvSpPr>
        <p:spPr>
          <a:xfrm>
            <a:off x="179293" y="170329"/>
            <a:ext cx="11833413" cy="451318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84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667150" y="2022099"/>
            <a:ext cx="2857700" cy="3845313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96779"/>
      </p:ext>
    </p:extLst>
  </p:cSld>
  <p:clrMapOvr>
    <a:masterClrMapping/>
  </p:clrMapOvr>
  <p:transition spd="med"/>
  <p:hf hdr="0" ftr="0" dt="0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493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34286" y="1550852"/>
            <a:ext cx="2123427" cy="380046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4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89829"/>
      </p:ext>
    </p:extLst>
  </p:cSld>
  <p:clrMapOvr>
    <a:masterClrMapping/>
  </p:clrMapOvr>
  <p:transition spd="med"/>
  <p:hf hdr="0" ftr="0" dt="0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grpSp>
        <p:nvGrpSpPr>
          <p:cNvPr id="511" name="Группа 38"/>
          <p:cNvGrpSpPr/>
          <p:nvPr/>
        </p:nvGrpSpPr>
        <p:grpSpPr>
          <a:xfrm>
            <a:off x="3596826" y="2758064"/>
            <a:ext cx="2527933" cy="5046130"/>
            <a:chOff x="0" y="0"/>
            <a:chExt cx="2527931" cy="5046129"/>
          </a:xfrm>
        </p:grpSpPr>
        <p:sp>
          <p:nvSpPr>
            <p:cNvPr id="502" name="Скругленный прямоугольник 39"/>
            <p:cNvSpPr/>
            <p:nvPr/>
          </p:nvSpPr>
          <p:spPr>
            <a:xfrm>
              <a:off x="2347844" y="913317"/>
              <a:ext cx="180088" cy="487103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3" name="Скругленный прямоугольник 40"/>
            <p:cNvSpPr/>
            <p:nvPr/>
          </p:nvSpPr>
          <p:spPr>
            <a:xfrm>
              <a:off x="-1" y="827518"/>
              <a:ext cx="180089" cy="275810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4" name="Скругленный прямоугольник 41"/>
            <p:cNvSpPr/>
            <p:nvPr/>
          </p:nvSpPr>
          <p:spPr>
            <a:xfrm>
              <a:off x="-1" y="1385555"/>
              <a:ext cx="180089" cy="275810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5" name="Скругленный прямоугольник 42"/>
            <p:cNvSpPr/>
            <p:nvPr/>
          </p:nvSpPr>
          <p:spPr>
            <a:xfrm>
              <a:off x="-1" y="1896493"/>
              <a:ext cx="180089" cy="275811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6" name="Скругленный прямоугольник 43"/>
            <p:cNvSpPr/>
            <p:nvPr/>
          </p:nvSpPr>
          <p:spPr>
            <a:xfrm>
              <a:off x="31915" y="0"/>
              <a:ext cx="2462359" cy="5046130"/>
            </a:xfrm>
            <a:prstGeom prst="roundRect">
              <a:avLst>
                <a:gd name="adj" fmla="val 16667"/>
              </a:avLst>
            </a:prstGeom>
            <a:solidFill>
              <a:srgbClr val="F6F8F8"/>
            </a:solidFill>
            <a:ln w="19050" cap="flat">
              <a:solidFill>
                <a:srgbClr val="B1C2C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7" name="Овал 44"/>
            <p:cNvSpPr/>
            <p:nvPr/>
          </p:nvSpPr>
          <p:spPr>
            <a:xfrm>
              <a:off x="1058272" y="4551369"/>
              <a:ext cx="409645" cy="406301"/>
            </a:xfrm>
            <a:prstGeom prst="ellipse">
              <a:avLst/>
            </a:prstGeom>
            <a:noFill/>
            <a:ln w="15875" cap="flat">
              <a:solidFill>
                <a:srgbClr val="62758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8" name="Скругленный прямоугольник 45"/>
            <p:cNvSpPr/>
            <p:nvPr/>
          </p:nvSpPr>
          <p:spPr>
            <a:xfrm>
              <a:off x="949437" y="314394"/>
              <a:ext cx="627314" cy="45665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09" name="Овал 46"/>
            <p:cNvSpPr/>
            <p:nvPr/>
          </p:nvSpPr>
          <p:spPr>
            <a:xfrm flipH="1">
              <a:off x="737325" y="308212"/>
              <a:ext cx="59449" cy="58031"/>
            </a:xfrm>
            <a:prstGeom prst="ellipse">
              <a:avLst/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0" name="Овал 47"/>
            <p:cNvSpPr/>
            <p:nvPr/>
          </p:nvSpPr>
          <p:spPr>
            <a:xfrm flipH="1">
              <a:off x="1233369" y="128182"/>
              <a:ext cx="59449" cy="58031"/>
            </a:xfrm>
            <a:prstGeom prst="ellipse">
              <a:avLst/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</p:grpSp>
      <p:sp>
        <p:nvSpPr>
          <p:cNvPr id="512" name="Picture Placeholder 27"/>
          <p:cNvSpPr>
            <a:spLocks noGrp="1"/>
          </p:cNvSpPr>
          <p:nvPr>
            <p:ph type="pic" sz="quarter" idx="13"/>
          </p:nvPr>
        </p:nvSpPr>
        <p:spPr>
          <a:xfrm>
            <a:off x="3782936" y="3396760"/>
            <a:ext cx="2164559" cy="382679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grpSp>
        <p:nvGrpSpPr>
          <p:cNvPr id="522" name="Группа 38"/>
          <p:cNvGrpSpPr/>
          <p:nvPr/>
        </p:nvGrpSpPr>
        <p:grpSpPr>
          <a:xfrm>
            <a:off x="646890" y="-1068731"/>
            <a:ext cx="2527933" cy="5046131"/>
            <a:chOff x="0" y="0"/>
            <a:chExt cx="2527931" cy="5046129"/>
          </a:xfrm>
        </p:grpSpPr>
        <p:sp>
          <p:nvSpPr>
            <p:cNvPr id="513" name="Скругленный прямоугольник 39"/>
            <p:cNvSpPr/>
            <p:nvPr/>
          </p:nvSpPr>
          <p:spPr>
            <a:xfrm>
              <a:off x="2347844" y="913317"/>
              <a:ext cx="180088" cy="487103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4" name="Скругленный прямоугольник 40"/>
            <p:cNvSpPr/>
            <p:nvPr/>
          </p:nvSpPr>
          <p:spPr>
            <a:xfrm>
              <a:off x="-1" y="827518"/>
              <a:ext cx="180089" cy="275810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5" name="Скругленный прямоугольник 41"/>
            <p:cNvSpPr/>
            <p:nvPr/>
          </p:nvSpPr>
          <p:spPr>
            <a:xfrm>
              <a:off x="-1" y="1385555"/>
              <a:ext cx="180089" cy="275810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6" name="Скругленный прямоугольник 42"/>
            <p:cNvSpPr/>
            <p:nvPr/>
          </p:nvSpPr>
          <p:spPr>
            <a:xfrm>
              <a:off x="-1" y="1896493"/>
              <a:ext cx="180089" cy="275811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7" name="Скругленный прямоугольник 43"/>
            <p:cNvSpPr/>
            <p:nvPr/>
          </p:nvSpPr>
          <p:spPr>
            <a:xfrm>
              <a:off x="31915" y="0"/>
              <a:ext cx="2462359" cy="5046130"/>
            </a:xfrm>
            <a:prstGeom prst="roundRect">
              <a:avLst>
                <a:gd name="adj" fmla="val 16667"/>
              </a:avLst>
            </a:prstGeom>
            <a:solidFill>
              <a:srgbClr val="F6F8F8"/>
            </a:solidFill>
            <a:ln w="19050" cap="flat">
              <a:solidFill>
                <a:srgbClr val="B1C2C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8" name="Овал 44"/>
            <p:cNvSpPr/>
            <p:nvPr/>
          </p:nvSpPr>
          <p:spPr>
            <a:xfrm>
              <a:off x="1058272" y="4551369"/>
              <a:ext cx="409645" cy="406301"/>
            </a:xfrm>
            <a:prstGeom prst="ellipse">
              <a:avLst/>
            </a:prstGeom>
            <a:noFill/>
            <a:ln w="15875" cap="flat">
              <a:solidFill>
                <a:srgbClr val="62758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19" name="Скругленный прямоугольник 45"/>
            <p:cNvSpPr/>
            <p:nvPr/>
          </p:nvSpPr>
          <p:spPr>
            <a:xfrm>
              <a:off x="949437" y="314394"/>
              <a:ext cx="627314" cy="45665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20" name="Овал 46"/>
            <p:cNvSpPr/>
            <p:nvPr/>
          </p:nvSpPr>
          <p:spPr>
            <a:xfrm flipH="1">
              <a:off x="737325" y="308212"/>
              <a:ext cx="59449" cy="58031"/>
            </a:xfrm>
            <a:prstGeom prst="ellipse">
              <a:avLst/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21" name="Овал 47"/>
            <p:cNvSpPr/>
            <p:nvPr/>
          </p:nvSpPr>
          <p:spPr>
            <a:xfrm flipH="1">
              <a:off x="1233369" y="128182"/>
              <a:ext cx="59449" cy="58031"/>
            </a:xfrm>
            <a:prstGeom prst="ellipse">
              <a:avLst/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</p:grpSp>
      <p:sp>
        <p:nvSpPr>
          <p:cNvPr id="523" name="Picture Placeholder 38"/>
          <p:cNvSpPr>
            <a:spLocks noGrp="1"/>
          </p:cNvSpPr>
          <p:nvPr>
            <p:ph type="pic" sz="quarter" idx="14"/>
          </p:nvPr>
        </p:nvSpPr>
        <p:spPr>
          <a:xfrm>
            <a:off x="833000" y="-430034"/>
            <a:ext cx="2164559" cy="3826794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310860"/>
      </p:ext>
    </p:extLst>
  </p:cSld>
  <p:clrMapOvr>
    <a:masterClrMapping/>
  </p:clrMapOvr>
  <p:transition spd="med"/>
  <p:hf hdr="0" ftr="0" dt="0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grpSp>
        <p:nvGrpSpPr>
          <p:cNvPr id="541" name="Группа 38"/>
          <p:cNvGrpSpPr/>
          <p:nvPr/>
        </p:nvGrpSpPr>
        <p:grpSpPr>
          <a:xfrm>
            <a:off x="6310910" y="1215208"/>
            <a:ext cx="2218063" cy="4427584"/>
            <a:chOff x="0" y="0"/>
            <a:chExt cx="2218062" cy="4427582"/>
          </a:xfrm>
        </p:grpSpPr>
        <p:sp>
          <p:nvSpPr>
            <p:cNvPr id="532" name="Скругленный прямоугольник 39"/>
            <p:cNvSpPr/>
            <p:nvPr/>
          </p:nvSpPr>
          <p:spPr>
            <a:xfrm>
              <a:off x="2060049" y="801364"/>
              <a:ext cx="158014" cy="427394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3" name="Скругленный прямоугольник 40"/>
            <p:cNvSpPr/>
            <p:nvPr/>
          </p:nvSpPr>
          <p:spPr>
            <a:xfrm>
              <a:off x="0" y="726082"/>
              <a:ext cx="158013" cy="242002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4" name="Скругленный прямоугольник 41"/>
            <p:cNvSpPr/>
            <p:nvPr/>
          </p:nvSpPr>
          <p:spPr>
            <a:xfrm>
              <a:off x="0" y="1215715"/>
              <a:ext cx="158013" cy="242002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5" name="Скругленный прямоугольник 42"/>
            <p:cNvSpPr/>
            <p:nvPr/>
          </p:nvSpPr>
          <p:spPr>
            <a:xfrm>
              <a:off x="0" y="1664024"/>
              <a:ext cx="158013" cy="242002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6" name="Скругленный прямоугольник 43"/>
            <p:cNvSpPr/>
            <p:nvPr/>
          </p:nvSpPr>
          <p:spPr>
            <a:xfrm>
              <a:off x="28003" y="0"/>
              <a:ext cx="2160527" cy="4427583"/>
            </a:xfrm>
            <a:prstGeom prst="roundRect">
              <a:avLst>
                <a:gd name="adj" fmla="val 16667"/>
              </a:avLst>
            </a:prstGeom>
            <a:solidFill>
              <a:srgbClr val="F6F8F8"/>
            </a:solidFill>
            <a:ln w="19050" cap="flat">
              <a:solidFill>
                <a:srgbClr val="B1C2C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7" name="Овал 44"/>
            <p:cNvSpPr/>
            <p:nvPr/>
          </p:nvSpPr>
          <p:spPr>
            <a:xfrm>
              <a:off x="928550" y="3993468"/>
              <a:ext cx="359433" cy="356497"/>
            </a:xfrm>
            <a:prstGeom prst="ellipse">
              <a:avLst/>
            </a:prstGeom>
            <a:noFill/>
            <a:ln w="15875" cap="flat">
              <a:solidFill>
                <a:srgbClr val="62758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8" name="Скругленный прямоугольник 45"/>
            <p:cNvSpPr/>
            <p:nvPr/>
          </p:nvSpPr>
          <p:spPr>
            <a:xfrm>
              <a:off x="833056" y="275856"/>
              <a:ext cx="550420" cy="40068"/>
            </a:xfrm>
            <a:prstGeom prst="roundRect">
              <a:avLst>
                <a:gd name="adj" fmla="val 16667"/>
              </a:avLst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39" name="Овал 46"/>
            <p:cNvSpPr/>
            <p:nvPr/>
          </p:nvSpPr>
          <p:spPr>
            <a:xfrm flipH="1">
              <a:off x="646946" y="270432"/>
              <a:ext cx="52161" cy="50917"/>
            </a:xfrm>
            <a:prstGeom prst="ellipse">
              <a:avLst/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  <p:sp>
          <p:nvSpPr>
            <p:cNvPr id="540" name="Овал 47"/>
            <p:cNvSpPr/>
            <p:nvPr/>
          </p:nvSpPr>
          <p:spPr>
            <a:xfrm flipH="1">
              <a:off x="1082186" y="112470"/>
              <a:ext cx="52161" cy="50917"/>
            </a:xfrm>
            <a:prstGeom prst="ellipse">
              <a:avLst/>
            </a:prstGeom>
            <a:solidFill>
              <a:srgbClr val="445469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6F8F8"/>
                  </a:solidFill>
                </a:defRPr>
              </a:pPr>
              <a:endParaRPr/>
            </a:p>
          </p:txBody>
        </p:sp>
      </p:grpSp>
      <p:sp>
        <p:nvSpPr>
          <p:cNvPr id="542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6474750" y="1771850"/>
            <a:ext cx="1899229" cy="335771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43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8837452" y="1771850"/>
            <a:ext cx="1899229" cy="335771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44" name="Picture Placeholder 17"/>
          <p:cNvSpPr>
            <a:spLocks noGrp="1"/>
          </p:cNvSpPr>
          <p:nvPr>
            <p:ph type="pic" sz="quarter" idx="15"/>
          </p:nvPr>
        </p:nvSpPr>
        <p:spPr>
          <a:xfrm>
            <a:off x="11045162" y="1771850"/>
            <a:ext cx="949615" cy="335771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948203"/>
      </p:ext>
    </p:extLst>
  </p:cSld>
  <p:clrMapOvr>
    <a:masterClrMapping/>
  </p:clrMapOvr>
  <p:transition spd="med"/>
  <p:hf hdr="0" ft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553" name="Picture Placeholder 7"/>
          <p:cNvSpPr>
            <a:spLocks noGrp="1"/>
          </p:cNvSpPr>
          <p:nvPr>
            <p:ph type="pic" idx="13"/>
          </p:nvPr>
        </p:nvSpPr>
        <p:spPr>
          <a:xfrm>
            <a:off x="195942" y="170327"/>
            <a:ext cx="11816764" cy="325867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54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543427" y="2272146"/>
            <a:ext cx="1859958" cy="231370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305475"/>
      </p:ext>
    </p:extLst>
  </p:cSld>
  <p:clrMapOvr>
    <a:masterClrMapping/>
  </p:clrMapOvr>
  <p:transition spd="med"/>
  <p:hf hdr="0" ftr="0" dt="0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563" name="Picture Placeholder 7"/>
          <p:cNvSpPr>
            <a:spLocks noGrp="1"/>
          </p:cNvSpPr>
          <p:nvPr>
            <p:ph type="pic" idx="13"/>
          </p:nvPr>
        </p:nvSpPr>
        <p:spPr>
          <a:xfrm>
            <a:off x="179293" y="170327"/>
            <a:ext cx="11833413" cy="451318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64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120967" y="3430132"/>
            <a:ext cx="3959591" cy="250675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6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923612"/>
      </p:ext>
    </p:extLst>
  </p:cSld>
  <p:clrMapOvr>
    <a:masterClrMapping/>
  </p:clrMapOvr>
  <p:transition spd="med"/>
  <p:hf hdr="0" ftr="0" dt="0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573" name="Picture Placeholder 7"/>
          <p:cNvSpPr>
            <a:spLocks noGrp="1"/>
          </p:cNvSpPr>
          <p:nvPr>
            <p:ph type="pic" idx="13"/>
          </p:nvPr>
        </p:nvSpPr>
        <p:spPr>
          <a:xfrm>
            <a:off x="179293" y="170327"/>
            <a:ext cx="11833413" cy="451318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74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924360" y="2677346"/>
            <a:ext cx="4343278" cy="260936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036404"/>
      </p:ext>
    </p:extLst>
  </p:cSld>
  <p:clrMapOvr>
    <a:masterClrMapping/>
  </p:clrMapOvr>
  <p:transition spd="med"/>
  <p:hf hdr="0" ftr="0" dt="0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pic>
        <p:nvPicPr>
          <p:cNvPr id="583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3" y="1913086"/>
            <a:ext cx="5208653" cy="3122715"/>
          </a:xfrm>
          <a:prstGeom prst="rect">
            <a:avLst/>
          </a:prstGeom>
          <a:ln w="12700">
            <a:miter lim="400000"/>
          </a:ln>
        </p:spPr>
      </p:pic>
      <p:sp>
        <p:nvSpPr>
          <p:cNvPr id="58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487494" y="2133169"/>
            <a:ext cx="3959592" cy="250676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397593"/>
      </p:ext>
    </p:extLst>
  </p:cSld>
  <p:clrMapOvr>
    <a:masterClrMapping/>
  </p:clrMapOvr>
  <p:transition spd="med"/>
  <p:hf hdr="0" ftr="0" dt="0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pic>
        <p:nvPicPr>
          <p:cNvPr id="593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28" y="1597152"/>
            <a:ext cx="5020889" cy="4602480"/>
          </a:xfrm>
          <a:prstGeom prst="rect">
            <a:avLst/>
          </a:prstGeom>
          <a:ln w="12700">
            <a:miter lim="400000"/>
          </a:ln>
        </p:spPr>
      </p:pic>
      <p:sp>
        <p:nvSpPr>
          <p:cNvPr id="59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057620" y="1909249"/>
            <a:ext cx="4370409" cy="260936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5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82567"/>
      </p:ext>
    </p:extLst>
  </p:cSld>
  <p:clrMapOvr>
    <a:masterClrMapping/>
  </p:clrMapOvr>
  <p:transition spd="med"/>
  <p:hf hdr="0" ftr="0" dt="0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03" name="Picture Placeholder 7"/>
          <p:cNvSpPr>
            <a:spLocks noGrp="1"/>
          </p:cNvSpPr>
          <p:nvPr>
            <p:ph type="pic" sz="half" idx="13"/>
          </p:nvPr>
        </p:nvSpPr>
        <p:spPr>
          <a:xfrm>
            <a:off x="7498080" y="170327"/>
            <a:ext cx="4514627" cy="651734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04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436366" y="1550852"/>
            <a:ext cx="2123427" cy="381679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4014"/>
      </p:ext>
    </p:extLst>
  </p:cSld>
  <p:clrMapOvr>
    <a:masterClrMapping/>
  </p:clrMapOvr>
  <p:transition spd="med"/>
  <p:hf hdr="0" ftr="0" dt="0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13" name="Picture Placeholder 7"/>
          <p:cNvSpPr>
            <a:spLocks noGrp="1"/>
          </p:cNvSpPr>
          <p:nvPr>
            <p:ph type="pic" sz="half" idx="13"/>
          </p:nvPr>
        </p:nvSpPr>
        <p:spPr>
          <a:xfrm>
            <a:off x="179293" y="170327"/>
            <a:ext cx="4514627" cy="651734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14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3763941" y="2272146"/>
            <a:ext cx="1859959" cy="231370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226816"/>
      </p:ext>
    </p:extLst>
  </p:cSld>
  <p:clrMapOvr>
    <a:masterClrMapping/>
  </p:clrMapOvr>
  <p:transition spd="med"/>
  <p:hf hdr="0" ftr="0" dt="0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23" name="Picture Placeholder 7"/>
          <p:cNvSpPr>
            <a:spLocks noGrp="1"/>
          </p:cNvSpPr>
          <p:nvPr>
            <p:ph type="pic" idx="13"/>
          </p:nvPr>
        </p:nvSpPr>
        <p:spPr>
          <a:xfrm>
            <a:off x="179293" y="170329"/>
            <a:ext cx="11833413" cy="451318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24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7501326" y="2878464"/>
            <a:ext cx="4068757" cy="254975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065088"/>
      </p:ext>
    </p:extLst>
  </p:cSld>
  <p:clrMapOvr>
    <a:masterClrMapping/>
  </p:clrMapOvr>
  <p:transition spd="med"/>
  <p:hf hdr="0" ftr="0" dt="0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33" name="Picture Placeholder 7"/>
          <p:cNvSpPr>
            <a:spLocks noGrp="1"/>
          </p:cNvSpPr>
          <p:nvPr>
            <p:ph type="pic" idx="13"/>
          </p:nvPr>
        </p:nvSpPr>
        <p:spPr>
          <a:xfrm>
            <a:off x="179293" y="170329"/>
            <a:ext cx="11833413" cy="451318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34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1047856" y="2615842"/>
            <a:ext cx="4020732" cy="226473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498463"/>
      </p:ext>
    </p:extLst>
  </p:cSld>
  <p:clrMapOvr>
    <a:masterClrMapping/>
  </p:clrMapOvr>
  <p:transition spd="med"/>
  <p:hf hdr="0" ftr="0" dt="0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43" name="Picture Placeholder 5"/>
          <p:cNvSpPr>
            <a:spLocks noGrp="1"/>
          </p:cNvSpPr>
          <p:nvPr>
            <p:ph type="pic" sz="half" idx="13"/>
          </p:nvPr>
        </p:nvSpPr>
        <p:spPr>
          <a:xfrm>
            <a:off x="970702" y="509062"/>
            <a:ext cx="3888371" cy="586983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4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56346"/>
      </p:ext>
    </p:extLst>
  </p:cSld>
  <p:clrMapOvr>
    <a:masterClrMapping/>
  </p:clrMapOvr>
  <p:transition spd="med"/>
  <p:hf hdr="0" ftr="0" dt="0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52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778875" y="478011"/>
            <a:ext cx="5453920" cy="5905144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900349"/>
      </p:ext>
    </p:extLst>
  </p:cSld>
  <p:clrMapOvr>
    <a:masterClrMapping/>
  </p:clrMapOvr>
  <p:transition spd="med"/>
  <p:hf hdr="0" ftr="0" dt="0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61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1029658" y="762478"/>
            <a:ext cx="4669184" cy="533620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776018"/>
      </p:ext>
    </p:extLst>
  </p:cSld>
  <p:clrMapOvr>
    <a:masterClrMapping/>
  </p:clrMapOvr>
  <p:transition spd="med"/>
  <p:hf hdr="0" ftr="0" dt="0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Rectangle 1"/>
          <p:cNvSpPr/>
          <p:nvPr/>
        </p:nvSpPr>
        <p:spPr>
          <a:xfrm>
            <a:off x="179294" y="170329"/>
            <a:ext cx="11833412" cy="651734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6F8F8"/>
                </a:solidFill>
              </a:defRPr>
            </a:pPr>
            <a:endParaRPr/>
          </a:p>
        </p:txBody>
      </p:sp>
      <p:sp>
        <p:nvSpPr>
          <p:cNvPr id="670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815339" y="274319"/>
            <a:ext cx="4602481" cy="620334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28204"/>
      </p:ext>
    </p:extLst>
  </p:cSld>
  <p:clrMapOvr>
    <a:masterClrMapping/>
  </p:clrMapOvr>
  <p:transition spd="med"/>
  <p:hf hdr="0" ftr="0" dt="0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B8B8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87507"/>
      </p:ext>
    </p:extLst>
  </p:cSld>
  <p:clrMapOvr>
    <a:masterClrMapping/>
  </p:clrMapOvr>
  <p:transition spd="med"/>
  <p:hf hdr="0" ftr="0" dt="0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4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125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86" name="Shape 126"/>
          <p:cNvSpPr>
            <a:spLocks noGrp="1"/>
          </p:cNvSpPr>
          <p:nvPr>
            <p:ph type="pic" sz="quarter" idx="13"/>
          </p:nvPr>
        </p:nvSpPr>
        <p:spPr>
          <a:xfrm>
            <a:off x="2058306" y="1292677"/>
            <a:ext cx="2032001" cy="441325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498437"/>
      </p:ext>
    </p:extLst>
  </p:cSld>
  <p:clrMapOvr>
    <a:masterClrMapping/>
  </p:clrMapOvr>
  <p:transition spd="med"/>
  <p:hf hdr="0" ftr="0" dt="0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3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Shape 122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95" name="Shape 123"/>
          <p:cNvSpPr>
            <a:spLocks noGrp="1"/>
          </p:cNvSpPr>
          <p:nvPr>
            <p:ph type="pic" sz="half" idx="13"/>
          </p:nvPr>
        </p:nvSpPr>
        <p:spPr>
          <a:xfrm>
            <a:off x="1447800" y="2209800"/>
            <a:ext cx="3924300" cy="52070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6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3374"/>
      </p:ext>
    </p:extLst>
  </p:cSld>
  <p:clrMapOvr>
    <a:masterClrMapping/>
  </p:clrMapOvr>
  <p:transition spd="med"/>
  <p:hf hdr="0" ftr="0" dt="0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2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Shape 119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04" name="Shape 120"/>
          <p:cNvSpPr>
            <a:spLocks noGrp="1"/>
          </p:cNvSpPr>
          <p:nvPr>
            <p:ph type="pic" sz="quarter" idx="13"/>
          </p:nvPr>
        </p:nvSpPr>
        <p:spPr>
          <a:xfrm>
            <a:off x="1600200" y="1897063"/>
            <a:ext cx="2389189" cy="3167062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516009"/>
      </p:ext>
    </p:extLst>
  </p:cSld>
  <p:clrMapOvr>
    <a:masterClrMapping/>
  </p:clrMapOvr>
  <p:transition spd="med"/>
  <p:hf hdr="0" ftr="0" dt="0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1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Shape 116"/>
          <p:cNvSpPr/>
          <p:nvPr/>
        </p:nvSpPr>
        <p:spPr>
          <a:xfrm>
            <a:off x="4537709" y="524655"/>
            <a:ext cx="7056033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13" name="Shape 117"/>
          <p:cNvSpPr>
            <a:spLocks noGrp="1"/>
          </p:cNvSpPr>
          <p:nvPr>
            <p:ph type="pic" sz="quarter" idx="13"/>
          </p:nvPr>
        </p:nvSpPr>
        <p:spPr>
          <a:xfrm>
            <a:off x="8766175" y="1897063"/>
            <a:ext cx="2046289" cy="354330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978516"/>
      </p:ext>
    </p:extLst>
  </p:cSld>
  <p:clrMapOvr>
    <a:masterClrMapping/>
  </p:clrMapOvr>
  <p:transition spd="med"/>
  <p:hf hdr="0" ftr="0" dt="0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5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Shape 113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22" name="Shape 114"/>
          <p:cNvSpPr>
            <a:spLocks noGrp="1"/>
          </p:cNvSpPr>
          <p:nvPr>
            <p:ph type="pic" sz="half" idx="13"/>
          </p:nvPr>
        </p:nvSpPr>
        <p:spPr>
          <a:xfrm>
            <a:off x="7820025" y="1711325"/>
            <a:ext cx="5767388" cy="36576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092455"/>
      </p:ext>
    </p:extLst>
  </p:cSld>
  <p:clrMapOvr>
    <a:masterClrMapping/>
  </p:clrMapOvr>
  <p:transition spd="med"/>
  <p:hf hdr="0" ftr="0" dt="0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6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Shape 110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31" name="Shape 111"/>
          <p:cNvSpPr>
            <a:spLocks noGrp="1"/>
          </p:cNvSpPr>
          <p:nvPr>
            <p:ph type="pic" sz="quarter" idx="13"/>
          </p:nvPr>
        </p:nvSpPr>
        <p:spPr>
          <a:xfrm>
            <a:off x="5189537" y="2411413"/>
            <a:ext cx="1714501" cy="204628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635227"/>
      </p:ext>
    </p:extLst>
  </p:cSld>
  <p:clrMapOvr>
    <a:masterClrMapping/>
  </p:clrMapOvr>
  <p:transition spd="med"/>
  <p:hf hdr="0" ftr="0" dt="0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7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Shape 107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40" name="Shape 108"/>
          <p:cNvSpPr>
            <a:spLocks noGrp="1"/>
          </p:cNvSpPr>
          <p:nvPr>
            <p:ph type="pic" sz="quarter" idx="13"/>
          </p:nvPr>
        </p:nvSpPr>
        <p:spPr>
          <a:xfrm>
            <a:off x="4743450" y="1668463"/>
            <a:ext cx="2046289" cy="3567113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498143"/>
      </p:ext>
    </p:extLst>
  </p:cSld>
  <p:clrMapOvr>
    <a:masterClrMapping/>
  </p:clrMapOvr>
  <p:transition spd="med"/>
  <p:hf hdr="0" ftr="0" dt="0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8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Shape 104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49" name="Shape 105"/>
          <p:cNvSpPr>
            <a:spLocks noGrp="1"/>
          </p:cNvSpPr>
          <p:nvPr>
            <p:ph type="pic" sz="quarter" idx="13"/>
          </p:nvPr>
        </p:nvSpPr>
        <p:spPr>
          <a:xfrm>
            <a:off x="4548823" y="2011363"/>
            <a:ext cx="2424113" cy="3268663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374716"/>
      </p:ext>
    </p:extLst>
  </p:cSld>
  <p:clrMapOvr>
    <a:masterClrMapping/>
  </p:clrMapOvr>
  <p:transition spd="med"/>
  <p:hf hdr="0" ftr="0" dt="0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6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Shape 101"/>
          <p:cNvSpPr/>
          <p:nvPr/>
        </p:nvSpPr>
        <p:spPr>
          <a:xfrm>
            <a:off x="612803" y="524655"/>
            <a:ext cx="10980939" cy="5807228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58" name="Shape 102"/>
          <p:cNvSpPr>
            <a:spLocks noGrp="1"/>
          </p:cNvSpPr>
          <p:nvPr>
            <p:ph type="pic" sz="quarter" idx="13"/>
          </p:nvPr>
        </p:nvSpPr>
        <p:spPr>
          <a:xfrm>
            <a:off x="6446520" y="2354579"/>
            <a:ext cx="3875405" cy="242379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660776"/>
      </p:ext>
    </p:extLst>
  </p:cSld>
  <p:clrMapOvr>
    <a:masterClrMapping/>
  </p:clrMapOvr>
  <p:transition spd="med"/>
  <p:hf hdr="0" ftr="0" dt="0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9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Shape 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2ADC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948974"/>
      </p:ext>
    </p:extLst>
  </p:cSld>
  <p:clrMapOvr>
    <a:masterClrMapping/>
  </p:clrMapOvr>
  <p:transition spd="med"/>
  <p:hf hdr="0" ftr="0" dt="0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2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Shape 88"/>
          <p:cNvSpPr/>
          <p:nvPr/>
        </p:nvSpPr>
        <p:spPr>
          <a:xfrm>
            <a:off x="612803" y="0"/>
            <a:ext cx="10980939" cy="6858000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93" name="Shape 89"/>
          <p:cNvSpPr>
            <a:spLocks noGrp="1"/>
          </p:cNvSpPr>
          <p:nvPr>
            <p:ph type="pic" sz="quarter" idx="13"/>
          </p:nvPr>
        </p:nvSpPr>
        <p:spPr>
          <a:xfrm>
            <a:off x="6415540" y="2511429"/>
            <a:ext cx="3875088" cy="149383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94" name="Shape 90"/>
          <p:cNvSpPr>
            <a:spLocks noGrp="1"/>
          </p:cNvSpPr>
          <p:nvPr>
            <p:ph type="pic" sz="quarter" idx="14"/>
          </p:nvPr>
        </p:nvSpPr>
        <p:spPr>
          <a:xfrm>
            <a:off x="6415540" y="4129773"/>
            <a:ext cx="1872117" cy="149383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95" name="Shape 91"/>
          <p:cNvSpPr>
            <a:spLocks noGrp="1"/>
          </p:cNvSpPr>
          <p:nvPr>
            <p:ph type="pic" sz="quarter" idx="15"/>
          </p:nvPr>
        </p:nvSpPr>
        <p:spPr>
          <a:xfrm>
            <a:off x="8418510" y="4129773"/>
            <a:ext cx="1872117" cy="149383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7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343448"/>
      </p:ext>
    </p:extLst>
  </p:cSld>
  <p:clrMapOvr>
    <a:masterClrMapping/>
  </p:clrMapOvr>
  <p:transition spd="med"/>
  <p:hf hdr="0" ftr="0" dt="0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3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Shape 86"/>
          <p:cNvSpPr/>
          <p:nvPr/>
        </p:nvSpPr>
        <p:spPr>
          <a:xfrm>
            <a:off x="612803" y="0"/>
            <a:ext cx="10980939" cy="6858000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306469"/>
      </p:ext>
    </p:extLst>
  </p:cSld>
  <p:clrMapOvr>
    <a:masterClrMapping/>
  </p:clrMapOvr>
  <p:transition spd="med"/>
  <p:hf hdr="0" ftr="0" dt="0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4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Shape 83"/>
          <p:cNvSpPr/>
          <p:nvPr/>
        </p:nvSpPr>
        <p:spPr>
          <a:xfrm>
            <a:off x="612803" y="524656"/>
            <a:ext cx="10980939" cy="6333345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12" name="Shape 84"/>
          <p:cNvSpPr>
            <a:spLocks noGrp="1"/>
          </p:cNvSpPr>
          <p:nvPr>
            <p:ph type="pic" sz="quarter" idx="13"/>
          </p:nvPr>
        </p:nvSpPr>
        <p:spPr>
          <a:xfrm>
            <a:off x="5521549" y="1674885"/>
            <a:ext cx="1163447" cy="116344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8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699" tIns="45699" rIns="45699" bIns="45699"/>
          <a:lstStyle>
            <a:lvl1pPr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113194"/>
      </p:ext>
    </p:extLst>
  </p:cSld>
  <p:clrMapOvr>
    <a:masterClrMapping/>
  </p:clrMapOvr>
  <p:transition spd="med"/>
  <p:hf hdr="0" ftr="0" dt="0"/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2.xml"/><Relationship Id="rId18" Type="http://schemas.openxmlformats.org/officeDocument/2006/relationships/slideLayout" Target="../slideLayouts/slideLayout97.xml"/><Relationship Id="rId26" Type="http://schemas.openxmlformats.org/officeDocument/2006/relationships/slideLayout" Target="../slideLayouts/slideLayout105.xml"/><Relationship Id="rId39" Type="http://schemas.openxmlformats.org/officeDocument/2006/relationships/slideLayout" Target="../slideLayouts/slideLayout118.xml"/><Relationship Id="rId21" Type="http://schemas.openxmlformats.org/officeDocument/2006/relationships/slideLayout" Target="../slideLayouts/slideLayout100.xml"/><Relationship Id="rId34" Type="http://schemas.openxmlformats.org/officeDocument/2006/relationships/slideLayout" Target="../slideLayouts/slideLayout113.xml"/><Relationship Id="rId42" Type="http://schemas.openxmlformats.org/officeDocument/2006/relationships/slideLayout" Target="../slideLayouts/slideLayout121.xml"/><Relationship Id="rId47" Type="http://schemas.openxmlformats.org/officeDocument/2006/relationships/slideLayout" Target="../slideLayouts/slideLayout126.xml"/><Relationship Id="rId50" Type="http://schemas.openxmlformats.org/officeDocument/2006/relationships/slideLayout" Target="../slideLayouts/slideLayout129.xml"/><Relationship Id="rId55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95.xml"/><Relationship Id="rId29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90.xml"/><Relationship Id="rId24" Type="http://schemas.openxmlformats.org/officeDocument/2006/relationships/slideLayout" Target="../slideLayouts/slideLayout103.xml"/><Relationship Id="rId32" Type="http://schemas.openxmlformats.org/officeDocument/2006/relationships/slideLayout" Target="../slideLayouts/slideLayout111.xml"/><Relationship Id="rId37" Type="http://schemas.openxmlformats.org/officeDocument/2006/relationships/slideLayout" Target="../slideLayouts/slideLayout116.xml"/><Relationship Id="rId40" Type="http://schemas.openxmlformats.org/officeDocument/2006/relationships/slideLayout" Target="../slideLayouts/slideLayout119.xml"/><Relationship Id="rId45" Type="http://schemas.openxmlformats.org/officeDocument/2006/relationships/slideLayout" Target="../slideLayouts/slideLayout124.xml"/><Relationship Id="rId53" Type="http://schemas.openxmlformats.org/officeDocument/2006/relationships/slideLayout" Target="../slideLayouts/slideLayout132.xml"/><Relationship Id="rId58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98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93.xml"/><Relationship Id="rId22" Type="http://schemas.openxmlformats.org/officeDocument/2006/relationships/slideLayout" Target="../slideLayouts/slideLayout101.xml"/><Relationship Id="rId27" Type="http://schemas.openxmlformats.org/officeDocument/2006/relationships/slideLayout" Target="../slideLayouts/slideLayout106.xml"/><Relationship Id="rId30" Type="http://schemas.openxmlformats.org/officeDocument/2006/relationships/slideLayout" Target="../slideLayouts/slideLayout109.xml"/><Relationship Id="rId35" Type="http://schemas.openxmlformats.org/officeDocument/2006/relationships/slideLayout" Target="../slideLayouts/slideLayout114.xml"/><Relationship Id="rId43" Type="http://schemas.openxmlformats.org/officeDocument/2006/relationships/slideLayout" Target="../slideLayouts/slideLayout122.xml"/><Relationship Id="rId48" Type="http://schemas.openxmlformats.org/officeDocument/2006/relationships/slideLayout" Target="../slideLayouts/slideLayout127.xml"/><Relationship Id="rId56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87.xml"/><Relationship Id="rId51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6.xml"/><Relationship Id="rId25" Type="http://schemas.openxmlformats.org/officeDocument/2006/relationships/slideLayout" Target="../slideLayouts/slideLayout104.xml"/><Relationship Id="rId33" Type="http://schemas.openxmlformats.org/officeDocument/2006/relationships/slideLayout" Target="../slideLayouts/slideLayout112.xml"/><Relationship Id="rId38" Type="http://schemas.openxmlformats.org/officeDocument/2006/relationships/slideLayout" Target="../slideLayouts/slideLayout117.xml"/><Relationship Id="rId46" Type="http://schemas.openxmlformats.org/officeDocument/2006/relationships/slideLayout" Target="../slideLayouts/slideLayout125.xml"/><Relationship Id="rId59" Type="http://schemas.openxmlformats.org/officeDocument/2006/relationships/theme" Target="../theme/theme3.xml"/><Relationship Id="rId20" Type="http://schemas.openxmlformats.org/officeDocument/2006/relationships/slideLayout" Target="../slideLayouts/slideLayout99.xml"/><Relationship Id="rId41" Type="http://schemas.openxmlformats.org/officeDocument/2006/relationships/slideLayout" Target="../slideLayouts/slideLayout120.xml"/><Relationship Id="rId54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4.xml"/><Relationship Id="rId23" Type="http://schemas.openxmlformats.org/officeDocument/2006/relationships/slideLayout" Target="../slideLayouts/slideLayout102.xml"/><Relationship Id="rId28" Type="http://schemas.openxmlformats.org/officeDocument/2006/relationships/slideLayout" Target="../slideLayouts/slideLayout107.xml"/><Relationship Id="rId36" Type="http://schemas.openxmlformats.org/officeDocument/2006/relationships/slideLayout" Target="../slideLayouts/slideLayout115.xml"/><Relationship Id="rId49" Type="http://schemas.openxmlformats.org/officeDocument/2006/relationships/slideLayout" Target="../slideLayouts/slideLayout128.xml"/><Relationship Id="rId57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89.xml"/><Relationship Id="rId31" Type="http://schemas.openxmlformats.org/officeDocument/2006/relationships/slideLayout" Target="../slideLayouts/slideLayout110.xml"/><Relationship Id="rId44" Type="http://schemas.openxmlformats.org/officeDocument/2006/relationships/slideLayout" Target="../slideLayouts/slideLayout123.xml"/><Relationship Id="rId52" Type="http://schemas.openxmlformats.org/officeDocument/2006/relationships/slideLayout" Target="../slideLayouts/slideLayout1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8176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2" r:id="rId19"/>
    <p:sldLayoutId id="2147483753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760" r:id="rId27"/>
    <p:sldLayoutId id="2147483761" r:id="rId28"/>
    <p:sldLayoutId id="2147483762" r:id="rId29"/>
    <p:sldLayoutId id="2147483763" r:id="rId30"/>
    <p:sldLayoutId id="2147483764" r:id="rId31"/>
    <p:sldLayoutId id="2147483765" r:id="rId32"/>
    <p:sldLayoutId id="2147483766" r:id="rId33"/>
    <p:sldLayoutId id="2147483767" r:id="rId34"/>
    <p:sldLayoutId id="2147483768" r:id="rId35"/>
    <p:sldLayoutId id="2147483769" r:id="rId36"/>
    <p:sldLayoutId id="2147483770" r:id="rId37"/>
    <p:sldLayoutId id="2147483771" r:id="rId38"/>
    <p:sldLayoutId id="2147483772" r:id="rId39"/>
    <p:sldLayoutId id="2147483773" r:id="rId40"/>
    <p:sldLayoutId id="2147483774" r:id="rId41"/>
    <p:sldLayoutId id="2147483775" r:id="rId42"/>
    <p:sldLayoutId id="2147483776" r:id="rId43"/>
    <p:sldLayoutId id="2147483777" r:id="rId44"/>
    <p:sldLayoutId id="2147483778" r:id="rId45"/>
    <p:sldLayoutId id="2147483779" r:id="rId46"/>
    <p:sldLayoutId id="2147483780" r:id="rId47"/>
    <p:sldLayoutId id="2147483781" r:id="rId48"/>
    <p:sldLayoutId id="2147483782" r:id="rId49"/>
    <p:sldLayoutId id="2147483783" r:id="rId50"/>
    <p:sldLayoutId id="2147483784" r:id="rId51"/>
    <p:sldLayoutId id="2147483785" r:id="rId52"/>
    <p:sldLayoutId id="2147483786" r:id="rId53"/>
    <p:sldLayoutId id="2147483787" r:id="rId54"/>
    <p:sldLayoutId id="2147483788" r:id="rId55"/>
    <p:sldLayoutId id="2147483789" r:id="rId56"/>
    <p:sldLayoutId id="2147483790" r:id="rId57"/>
    <p:sldLayoutId id="2147483791" r:id="rId58"/>
    <p:sldLayoutId id="2147483792" r:id="rId59"/>
    <p:sldLayoutId id="2147483793" r:id="rId60"/>
    <p:sldLayoutId id="2147483794" r:id="rId61"/>
    <p:sldLayoutId id="2147483795" r:id="rId62"/>
    <p:sldLayoutId id="2147483797" r:id="rId63"/>
    <p:sldLayoutId id="2147483798" r:id="rId64"/>
    <p:sldLayoutId id="2147483799" r:id="rId65"/>
    <p:sldLayoutId id="2147483800" r:id="rId66"/>
    <p:sldLayoutId id="2147483801" r:id="rId67"/>
  </p:sldLayoutIdLst>
  <p:transition spd="med"/>
  <p:hf hdr="0" ft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22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30230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  <p:sldLayoutId id="2147483902" r:id="rId13"/>
    <p:sldLayoutId id="2147483903" r:id="rId14"/>
    <p:sldLayoutId id="2147483904" r:id="rId15"/>
    <p:sldLayoutId id="2147483905" r:id="rId16"/>
    <p:sldLayoutId id="2147483906" r:id="rId17"/>
    <p:sldLayoutId id="2147483907" r:id="rId18"/>
    <p:sldLayoutId id="2147483908" r:id="rId19"/>
    <p:sldLayoutId id="2147483909" r:id="rId20"/>
    <p:sldLayoutId id="2147483910" r:id="rId21"/>
    <p:sldLayoutId id="2147483911" r:id="rId22"/>
    <p:sldLayoutId id="2147483912" r:id="rId23"/>
    <p:sldLayoutId id="2147483913" r:id="rId24"/>
    <p:sldLayoutId id="2147483914" r:id="rId25"/>
    <p:sldLayoutId id="2147483915" r:id="rId26"/>
    <p:sldLayoutId id="2147483916" r:id="rId27"/>
    <p:sldLayoutId id="2147483917" r:id="rId28"/>
    <p:sldLayoutId id="2147483918" r:id="rId29"/>
    <p:sldLayoutId id="2147483919" r:id="rId30"/>
    <p:sldLayoutId id="2147483920" r:id="rId31"/>
    <p:sldLayoutId id="2147483921" r:id="rId32"/>
    <p:sldLayoutId id="2147483922" r:id="rId33"/>
    <p:sldLayoutId id="2147483923" r:id="rId34"/>
    <p:sldLayoutId id="2147483924" r:id="rId35"/>
    <p:sldLayoutId id="2147483925" r:id="rId36"/>
    <p:sldLayoutId id="2147483926" r:id="rId37"/>
    <p:sldLayoutId id="2147483927" r:id="rId38"/>
    <p:sldLayoutId id="2147483928" r:id="rId39"/>
    <p:sldLayoutId id="2147483929" r:id="rId40"/>
    <p:sldLayoutId id="2147483930" r:id="rId41"/>
    <p:sldLayoutId id="2147483931" r:id="rId42"/>
    <p:sldLayoutId id="2147483932" r:id="rId43"/>
    <p:sldLayoutId id="2147483933" r:id="rId44"/>
    <p:sldLayoutId id="2147483934" r:id="rId45"/>
    <p:sldLayoutId id="2147483935" r:id="rId46"/>
    <p:sldLayoutId id="2147483936" r:id="rId47"/>
    <p:sldLayoutId id="2147483937" r:id="rId48"/>
    <p:sldLayoutId id="2147483938" r:id="rId49"/>
    <p:sldLayoutId id="2147483939" r:id="rId50"/>
    <p:sldLayoutId id="2147483940" r:id="rId51"/>
    <p:sldLayoutId id="2147483941" r:id="rId52"/>
    <p:sldLayoutId id="2147483942" r:id="rId53"/>
    <p:sldLayoutId id="2147483943" r:id="rId54"/>
    <p:sldLayoutId id="2147483944" r:id="rId55"/>
    <p:sldLayoutId id="2147483945" r:id="rId56"/>
    <p:sldLayoutId id="2147483946" r:id="rId57"/>
    <p:sldLayoutId id="2147483947" r:id="rId58"/>
  </p:sldLayoutIdLst>
  <p:transition spd="med"/>
  <p:hf hdr="0" ft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445469"/>
          </a:solidFill>
          <a:uFillTx/>
          <a:latin typeface="Montserrat"/>
          <a:ea typeface="Montserrat"/>
          <a:cs typeface="Montserrat"/>
          <a:sym typeface="Montserra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445469"/>
          </a:solidFill>
          <a:uFillTx/>
          <a:latin typeface="Lato"/>
          <a:ea typeface="Lato"/>
          <a:cs typeface="Lato"/>
          <a:sym typeface="Lat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0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0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0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0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80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0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0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image" Target="../media/image59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11" Type="http://schemas.openxmlformats.org/officeDocument/2006/relationships/image" Target="../media/image68.svg"/><Relationship Id="rId5" Type="http://schemas.openxmlformats.org/officeDocument/2006/relationships/image" Target="../media/image62.sv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19" Type="http://schemas.openxmlformats.org/officeDocument/2006/relationships/image" Target="../media/image76.svg"/><Relationship Id="rId4" Type="http://schemas.openxmlformats.org/officeDocument/2006/relationships/image" Target="../media/image61.svg"/><Relationship Id="rId9" Type="http://schemas.openxmlformats.org/officeDocument/2006/relationships/image" Target="../media/image66.svg"/><Relationship Id="rId14" Type="http://schemas.openxmlformats.org/officeDocument/2006/relationships/image" Target="../media/image7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78.png"/><Relationship Id="rId21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77.pn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78.png"/><Relationship Id="rId21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77.pn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0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4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0.xml"/><Relationship Id="rId6" Type="http://schemas.openxmlformats.org/officeDocument/2006/relationships/image" Target="../media/image106.png"/><Relationship Id="rId5" Type="http://schemas.openxmlformats.org/officeDocument/2006/relationships/hyperlink" Target="https://wavz.com.eg/" TargetMode="External"/><Relationship Id="rId4" Type="http://schemas.openxmlformats.org/officeDocument/2006/relationships/image" Target="../media/image105.png"/><Relationship Id="rId9" Type="http://schemas.openxmlformats.org/officeDocument/2006/relationships/image" Target="../media/image10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Untitled.png" descr="Unti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584" y="744918"/>
            <a:ext cx="5128830" cy="35901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22" name="Untitled.png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8227" y="4099697"/>
            <a:ext cx="7105822" cy="2846734"/>
          </a:xfrm>
          <a:prstGeom prst="rect">
            <a:avLst/>
          </a:prstGeom>
          <a:ln w="12700">
            <a:miter lim="400000"/>
          </a:ln>
        </p:spPr>
      </p:pic>
      <p:sp>
        <p:nvSpPr>
          <p:cNvPr id="823" name="CHANGE ENABLERS"/>
          <p:cNvSpPr txBox="1"/>
          <p:nvPr/>
        </p:nvSpPr>
        <p:spPr>
          <a:xfrm>
            <a:off x="2857453" y="3791920"/>
            <a:ext cx="647709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 spc="1040">
                <a:solidFill>
                  <a:srgbClr val="F2EBE7"/>
                </a:solidFill>
                <a:latin typeface="Nexa Bold"/>
                <a:ea typeface="Nexa Bold"/>
                <a:cs typeface="Nexa Bold"/>
                <a:sym typeface="Nexa Bold"/>
              </a:defRPr>
            </a:lvl1pPr>
          </a:lstStyle>
          <a:p>
            <a:r>
              <a:rPr lang="en-US" sz="1400" spc="1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Enabling organizations to grow, innovate, and evolve with confidence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824" name="Untitled.png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74405" y="4099697"/>
            <a:ext cx="7105822" cy="28467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EA9F96-031F-90A2-1518-DD0667FB2A73}"/>
              </a:ext>
            </a:extLst>
          </p:cNvPr>
          <p:cNvSpPr/>
          <p:nvPr/>
        </p:nvSpPr>
        <p:spPr>
          <a:xfrm rot="18900000" flipH="1">
            <a:off x="7948072" y="2529121"/>
            <a:ext cx="1610583" cy="1610583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868306-808F-175C-80CF-C0DF41A80AF8}"/>
              </a:ext>
            </a:extLst>
          </p:cNvPr>
          <p:cNvSpPr/>
          <p:nvPr/>
        </p:nvSpPr>
        <p:spPr>
          <a:xfrm rot="18900000" flipH="1">
            <a:off x="9189564" y="1288737"/>
            <a:ext cx="1610583" cy="1610583"/>
          </a:xfrm>
          <a:prstGeom prst="roundRect">
            <a:avLst>
              <a:gd name="adj" fmla="val 16667"/>
            </a:avLst>
          </a:prstGeom>
          <a:solidFill>
            <a:srgbClr val="97CFFA"/>
          </a:solidFill>
        </p:spPr>
        <p:txBody>
          <a:bodyPr/>
          <a:lstStyle/>
          <a:p>
            <a:endParaRPr lang="en-US" dirty="0">
              <a:solidFill>
                <a:srgbClr val="44546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545DBC-4B39-4EF2-6CF9-6DC2A3316CC4}"/>
              </a:ext>
            </a:extLst>
          </p:cNvPr>
          <p:cNvSpPr/>
          <p:nvPr/>
        </p:nvSpPr>
        <p:spPr>
          <a:xfrm rot="18900000" flipH="1">
            <a:off x="9189565" y="3748488"/>
            <a:ext cx="1610583" cy="1610583"/>
          </a:xfrm>
          <a:prstGeom prst="roundRect">
            <a:avLst>
              <a:gd name="adj" fmla="val 16667"/>
            </a:avLst>
          </a:prstGeom>
          <a:solidFill>
            <a:srgbClr val="1173BD"/>
          </a:solidFill>
        </p:spPr>
        <p:txBody>
          <a:bodyPr/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44546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EF41FF2-7124-D397-0FE0-2E7FBF567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1817" y="1757837"/>
            <a:ext cx="726078" cy="682939"/>
          </a:xfrm>
          <a:custGeom>
            <a:avLst/>
            <a:gdLst>
              <a:gd name="connsiteX0" fmla="*/ 30952 w 547089"/>
              <a:gd name="connsiteY0" fmla="*/ 490799 h 538231"/>
              <a:gd name="connsiteX1" fmla="*/ 14471 w 547089"/>
              <a:gd name="connsiteY1" fmla="*/ 506878 h 538231"/>
              <a:gd name="connsiteX2" fmla="*/ 30952 w 547089"/>
              <a:gd name="connsiteY2" fmla="*/ 523761 h 538231"/>
              <a:gd name="connsiteX3" fmla="*/ 47835 w 547089"/>
              <a:gd name="connsiteY3" fmla="*/ 506878 h 538231"/>
              <a:gd name="connsiteX4" fmla="*/ 30952 w 547089"/>
              <a:gd name="connsiteY4" fmla="*/ 490799 h 538231"/>
              <a:gd name="connsiteX5" fmla="*/ 451419 w 547089"/>
              <a:gd name="connsiteY5" fmla="*/ 479544 h 538231"/>
              <a:gd name="connsiteX6" fmla="*/ 367808 w 547089"/>
              <a:gd name="connsiteY6" fmla="*/ 509692 h 538231"/>
              <a:gd name="connsiteX7" fmla="*/ 371426 w 547089"/>
              <a:gd name="connsiteY7" fmla="*/ 520143 h 538231"/>
              <a:gd name="connsiteX8" fmla="*/ 375044 w 547089"/>
              <a:gd name="connsiteY8" fmla="*/ 523359 h 538231"/>
              <a:gd name="connsiteX9" fmla="*/ 381073 w 547089"/>
              <a:gd name="connsiteY9" fmla="*/ 523359 h 538231"/>
              <a:gd name="connsiteX10" fmla="*/ 450213 w 547089"/>
              <a:gd name="connsiteY10" fmla="*/ 498437 h 538231"/>
              <a:gd name="connsiteX11" fmla="*/ 455037 w 547089"/>
              <a:gd name="connsiteY11" fmla="*/ 489594 h 538231"/>
              <a:gd name="connsiteX12" fmla="*/ 67393 w 547089"/>
              <a:gd name="connsiteY12" fmla="*/ 378737 h 538231"/>
              <a:gd name="connsiteX13" fmla="*/ 67393 w 547089"/>
              <a:gd name="connsiteY13" fmla="*/ 406978 h 538231"/>
              <a:gd name="connsiteX14" fmla="*/ 92212 w 547089"/>
              <a:gd name="connsiteY14" fmla="*/ 392659 h 538231"/>
              <a:gd name="connsiteX15" fmla="*/ 59663 w 547089"/>
              <a:gd name="connsiteY15" fmla="*/ 365612 h 538231"/>
              <a:gd name="connsiteX16" fmla="*/ 73496 w 547089"/>
              <a:gd name="connsiteY16" fmla="*/ 365612 h 538231"/>
              <a:gd name="connsiteX17" fmla="*/ 100757 w 547089"/>
              <a:gd name="connsiteY17" fmla="*/ 381124 h 538231"/>
              <a:gd name="connsiteX18" fmla="*/ 107673 w 547089"/>
              <a:gd name="connsiteY18" fmla="*/ 392659 h 538231"/>
              <a:gd name="connsiteX19" fmla="*/ 100757 w 547089"/>
              <a:gd name="connsiteY19" fmla="*/ 404591 h 538231"/>
              <a:gd name="connsiteX20" fmla="*/ 73496 w 547089"/>
              <a:gd name="connsiteY20" fmla="*/ 419706 h 538231"/>
              <a:gd name="connsiteX21" fmla="*/ 66580 w 547089"/>
              <a:gd name="connsiteY21" fmla="*/ 421296 h 538231"/>
              <a:gd name="connsiteX22" fmla="*/ 59663 w 547089"/>
              <a:gd name="connsiteY22" fmla="*/ 419706 h 538231"/>
              <a:gd name="connsiteX23" fmla="*/ 53153 w 547089"/>
              <a:gd name="connsiteY23" fmla="*/ 408171 h 538231"/>
              <a:gd name="connsiteX24" fmla="*/ 53153 w 547089"/>
              <a:gd name="connsiteY24" fmla="*/ 377544 h 538231"/>
              <a:gd name="connsiteX25" fmla="*/ 59663 w 547089"/>
              <a:gd name="connsiteY25" fmla="*/ 365612 h 538231"/>
              <a:gd name="connsiteX26" fmla="*/ 75572 w 547089"/>
              <a:gd name="connsiteY26" fmla="*/ 351318 h 538231"/>
              <a:gd name="connsiteX27" fmla="*/ 35374 w 547089"/>
              <a:gd name="connsiteY27" fmla="*/ 391916 h 538231"/>
              <a:gd name="connsiteX28" fmla="*/ 75572 w 547089"/>
              <a:gd name="connsiteY28" fmla="*/ 432514 h 538231"/>
              <a:gd name="connsiteX29" fmla="*/ 116573 w 547089"/>
              <a:gd name="connsiteY29" fmla="*/ 391916 h 538231"/>
              <a:gd name="connsiteX30" fmla="*/ 75572 w 547089"/>
              <a:gd name="connsiteY30" fmla="*/ 351318 h 538231"/>
              <a:gd name="connsiteX31" fmla="*/ 511715 w 547089"/>
              <a:gd name="connsiteY31" fmla="*/ 306298 h 538231"/>
              <a:gd name="connsiteX32" fmla="*/ 490009 w 547089"/>
              <a:gd name="connsiteY32" fmla="*/ 327602 h 538231"/>
              <a:gd name="connsiteX33" fmla="*/ 511715 w 547089"/>
              <a:gd name="connsiteY33" fmla="*/ 349308 h 538231"/>
              <a:gd name="connsiteX34" fmla="*/ 533020 w 547089"/>
              <a:gd name="connsiteY34" fmla="*/ 327602 h 538231"/>
              <a:gd name="connsiteX35" fmla="*/ 511715 w 547089"/>
              <a:gd name="connsiteY35" fmla="*/ 306298 h 538231"/>
              <a:gd name="connsiteX36" fmla="*/ 388711 w 547089"/>
              <a:gd name="connsiteY36" fmla="*/ 302680 h 538231"/>
              <a:gd name="connsiteX37" fmla="*/ 386299 w 547089"/>
              <a:gd name="connsiteY37" fmla="*/ 309915 h 538231"/>
              <a:gd name="connsiteX38" fmla="*/ 392328 w 547089"/>
              <a:gd name="connsiteY38" fmla="*/ 305494 h 538231"/>
              <a:gd name="connsiteX39" fmla="*/ 394740 w 547089"/>
              <a:gd name="connsiteY39" fmla="*/ 304288 h 538231"/>
              <a:gd name="connsiteX40" fmla="*/ 270932 w 547089"/>
              <a:gd name="connsiteY40" fmla="*/ 264493 h 538231"/>
              <a:gd name="connsiteX41" fmla="*/ 264902 w 547089"/>
              <a:gd name="connsiteY41" fmla="*/ 269317 h 538231"/>
              <a:gd name="connsiteX42" fmla="*/ 264500 w 547089"/>
              <a:gd name="connsiteY42" fmla="*/ 276150 h 538231"/>
              <a:gd name="connsiteX43" fmla="*/ 311933 w 547089"/>
              <a:gd name="connsiteY43" fmla="*/ 405583 h 538231"/>
              <a:gd name="connsiteX44" fmla="*/ 310727 w 547089"/>
              <a:gd name="connsiteY44" fmla="*/ 412818 h 538231"/>
              <a:gd name="connsiteX45" fmla="*/ 303894 w 547089"/>
              <a:gd name="connsiteY45" fmla="*/ 415230 h 538231"/>
              <a:gd name="connsiteX46" fmla="*/ 261284 w 547089"/>
              <a:gd name="connsiteY46" fmla="*/ 414828 h 538231"/>
              <a:gd name="connsiteX47" fmla="*/ 243597 w 547089"/>
              <a:gd name="connsiteY47" fmla="*/ 435328 h 538231"/>
              <a:gd name="connsiteX48" fmla="*/ 252039 w 547089"/>
              <a:gd name="connsiteY48" fmla="*/ 447789 h 538231"/>
              <a:gd name="connsiteX49" fmla="*/ 264500 w 547089"/>
              <a:gd name="connsiteY49" fmla="*/ 450201 h 538231"/>
              <a:gd name="connsiteX50" fmla="*/ 317963 w 547089"/>
              <a:gd name="connsiteY50" fmla="*/ 456632 h 538231"/>
              <a:gd name="connsiteX51" fmla="*/ 332836 w 547089"/>
              <a:gd name="connsiteY51" fmla="*/ 467887 h 538231"/>
              <a:gd name="connsiteX52" fmla="*/ 337258 w 547089"/>
              <a:gd name="connsiteY52" fmla="*/ 475927 h 538231"/>
              <a:gd name="connsiteX53" fmla="*/ 351729 w 547089"/>
              <a:gd name="connsiteY53" fmla="*/ 483564 h 538231"/>
              <a:gd name="connsiteX54" fmla="*/ 353337 w 547089"/>
              <a:gd name="connsiteY54" fmla="*/ 483162 h 538231"/>
              <a:gd name="connsiteX55" fmla="*/ 360170 w 547089"/>
              <a:gd name="connsiteY55" fmla="*/ 487986 h 538231"/>
              <a:gd name="connsiteX56" fmla="*/ 362984 w 547089"/>
              <a:gd name="connsiteY56" fmla="*/ 496427 h 538231"/>
              <a:gd name="connsiteX57" fmla="*/ 446595 w 547089"/>
              <a:gd name="connsiteY57" fmla="*/ 465878 h 538231"/>
              <a:gd name="connsiteX58" fmla="*/ 443379 w 547089"/>
              <a:gd name="connsiteY58" fmla="*/ 457436 h 538231"/>
              <a:gd name="connsiteX59" fmla="*/ 446997 w 547089"/>
              <a:gd name="connsiteY59" fmla="*/ 448995 h 538231"/>
              <a:gd name="connsiteX60" fmla="*/ 453429 w 547089"/>
              <a:gd name="connsiteY60" fmla="*/ 435328 h 538231"/>
              <a:gd name="connsiteX61" fmla="*/ 413231 w 547089"/>
              <a:gd name="connsiteY61" fmla="*/ 324386 h 538231"/>
              <a:gd name="connsiteX62" fmla="*/ 407202 w 547089"/>
              <a:gd name="connsiteY62" fmla="*/ 317151 h 538231"/>
              <a:gd name="connsiteX63" fmla="*/ 398358 w 547089"/>
              <a:gd name="connsiteY63" fmla="*/ 317954 h 538231"/>
              <a:gd name="connsiteX64" fmla="*/ 395142 w 547089"/>
              <a:gd name="connsiteY64" fmla="*/ 323984 h 538231"/>
              <a:gd name="connsiteX65" fmla="*/ 386701 w 547089"/>
              <a:gd name="connsiteY65" fmla="*/ 332023 h 538231"/>
              <a:gd name="connsiteX66" fmla="*/ 375044 w 547089"/>
              <a:gd name="connsiteY66" fmla="*/ 330013 h 538231"/>
              <a:gd name="connsiteX67" fmla="*/ 369014 w 547089"/>
              <a:gd name="connsiteY67" fmla="*/ 328406 h 538231"/>
              <a:gd name="connsiteX68" fmla="*/ 366602 w 547089"/>
              <a:gd name="connsiteY68" fmla="*/ 329210 h 538231"/>
              <a:gd name="connsiteX69" fmla="*/ 362582 w 547089"/>
              <a:gd name="connsiteY69" fmla="*/ 335239 h 538231"/>
              <a:gd name="connsiteX70" fmla="*/ 354543 w 547089"/>
              <a:gd name="connsiteY70" fmla="*/ 343680 h 538231"/>
              <a:gd name="connsiteX71" fmla="*/ 342885 w 547089"/>
              <a:gd name="connsiteY71" fmla="*/ 342072 h 538231"/>
              <a:gd name="connsiteX72" fmla="*/ 337258 w 547089"/>
              <a:gd name="connsiteY72" fmla="*/ 340063 h 538231"/>
              <a:gd name="connsiteX73" fmla="*/ 334444 w 547089"/>
              <a:gd name="connsiteY73" fmla="*/ 341268 h 538231"/>
              <a:gd name="connsiteX74" fmla="*/ 329620 w 547089"/>
              <a:gd name="connsiteY74" fmla="*/ 352925 h 538231"/>
              <a:gd name="connsiteX75" fmla="*/ 322385 w 547089"/>
              <a:gd name="connsiteY75" fmla="*/ 359759 h 538231"/>
              <a:gd name="connsiteX76" fmla="*/ 314345 w 547089"/>
              <a:gd name="connsiteY76" fmla="*/ 354131 h 538231"/>
              <a:gd name="connsiteX77" fmla="*/ 283393 w 547089"/>
              <a:gd name="connsiteY77" fmla="*/ 269317 h 538231"/>
              <a:gd name="connsiteX78" fmla="*/ 278569 w 547089"/>
              <a:gd name="connsiteY78" fmla="*/ 264493 h 538231"/>
              <a:gd name="connsiteX79" fmla="*/ 270932 w 547089"/>
              <a:gd name="connsiteY79" fmla="*/ 264493 h 538231"/>
              <a:gd name="connsiteX80" fmla="*/ 248421 w 547089"/>
              <a:gd name="connsiteY80" fmla="*/ 220277 h 538231"/>
              <a:gd name="connsiteX81" fmla="*/ 243999 w 547089"/>
              <a:gd name="connsiteY81" fmla="*/ 227512 h 538231"/>
              <a:gd name="connsiteX82" fmla="*/ 243999 w 547089"/>
              <a:gd name="connsiteY82" fmla="*/ 301474 h 538231"/>
              <a:gd name="connsiteX83" fmla="*/ 248421 w 547089"/>
              <a:gd name="connsiteY83" fmla="*/ 308709 h 538231"/>
              <a:gd name="connsiteX84" fmla="*/ 256461 w 547089"/>
              <a:gd name="connsiteY84" fmla="*/ 308709 h 538231"/>
              <a:gd name="connsiteX85" fmla="*/ 260078 w 547089"/>
              <a:gd name="connsiteY85" fmla="*/ 306699 h 538231"/>
              <a:gd name="connsiteX86" fmla="*/ 251235 w 547089"/>
              <a:gd name="connsiteY86" fmla="*/ 280974 h 538231"/>
              <a:gd name="connsiteX87" fmla="*/ 252441 w 547089"/>
              <a:gd name="connsiteY87" fmla="*/ 263287 h 538231"/>
              <a:gd name="connsiteX88" fmla="*/ 266108 w 547089"/>
              <a:gd name="connsiteY88" fmla="*/ 250826 h 538231"/>
              <a:gd name="connsiteX89" fmla="*/ 284197 w 547089"/>
              <a:gd name="connsiteY89" fmla="*/ 251228 h 538231"/>
              <a:gd name="connsiteX90" fmla="*/ 296658 w 547089"/>
              <a:gd name="connsiteY90" fmla="*/ 264493 h 538231"/>
              <a:gd name="connsiteX91" fmla="*/ 303090 w 547089"/>
              <a:gd name="connsiteY91" fmla="*/ 281778 h 538231"/>
              <a:gd name="connsiteX92" fmla="*/ 320777 w 547089"/>
              <a:gd name="connsiteY92" fmla="*/ 271729 h 538231"/>
              <a:gd name="connsiteX93" fmla="*/ 324797 w 547089"/>
              <a:gd name="connsiteY93" fmla="*/ 264493 h 538231"/>
              <a:gd name="connsiteX94" fmla="*/ 320777 w 547089"/>
              <a:gd name="connsiteY94" fmla="*/ 257258 h 538231"/>
              <a:gd name="connsiteX95" fmla="*/ 256461 w 547089"/>
              <a:gd name="connsiteY95" fmla="*/ 220277 h 538231"/>
              <a:gd name="connsiteX96" fmla="*/ 248421 w 547089"/>
              <a:gd name="connsiteY96" fmla="*/ 220277 h 538231"/>
              <a:gd name="connsiteX97" fmla="*/ 273746 w 547089"/>
              <a:gd name="connsiteY97" fmla="*/ 157570 h 538231"/>
              <a:gd name="connsiteX98" fmla="*/ 166820 w 547089"/>
              <a:gd name="connsiteY98" fmla="*/ 264493 h 538231"/>
              <a:gd name="connsiteX99" fmla="*/ 273746 w 547089"/>
              <a:gd name="connsiteY99" fmla="*/ 371416 h 538231"/>
              <a:gd name="connsiteX100" fmla="*/ 283795 w 547089"/>
              <a:gd name="connsiteY100" fmla="*/ 371014 h 538231"/>
              <a:gd name="connsiteX101" fmla="*/ 265304 w 547089"/>
              <a:gd name="connsiteY101" fmla="*/ 320366 h 538231"/>
              <a:gd name="connsiteX102" fmla="*/ 263696 w 547089"/>
              <a:gd name="connsiteY102" fmla="*/ 321170 h 538231"/>
              <a:gd name="connsiteX103" fmla="*/ 252441 w 547089"/>
              <a:gd name="connsiteY103" fmla="*/ 323984 h 538231"/>
              <a:gd name="connsiteX104" fmla="*/ 241186 w 547089"/>
              <a:gd name="connsiteY104" fmla="*/ 321170 h 538231"/>
              <a:gd name="connsiteX105" fmla="*/ 229930 w 547089"/>
              <a:gd name="connsiteY105" fmla="*/ 301474 h 538231"/>
              <a:gd name="connsiteX106" fmla="*/ 229930 w 547089"/>
              <a:gd name="connsiteY106" fmla="*/ 227512 h 538231"/>
              <a:gd name="connsiteX107" fmla="*/ 241186 w 547089"/>
              <a:gd name="connsiteY107" fmla="*/ 207816 h 538231"/>
              <a:gd name="connsiteX108" fmla="*/ 263696 w 547089"/>
              <a:gd name="connsiteY108" fmla="*/ 207816 h 538231"/>
              <a:gd name="connsiteX109" fmla="*/ 328012 w 547089"/>
              <a:gd name="connsiteY109" fmla="*/ 244797 h 538231"/>
              <a:gd name="connsiteX110" fmla="*/ 339268 w 547089"/>
              <a:gd name="connsiteY110" fmla="*/ 264493 h 538231"/>
              <a:gd name="connsiteX111" fmla="*/ 328012 w 547089"/>
              <a:gd name="connsiteY111" fmla="*/ 284189 h 538231"/>
              <a:gd name="connsiteX112" fmla="*/ 308316 w 547089"/>
              <a:gd name="connsiteY112" fmla="*/ 295444 h 538231"/>
              <a:gd name="connsiteX113" fmla="*/ 321983 w 547089"/>
              <a:gd name="connsiteY113" fmla="*/ 333631 h 538231"/>
              <a:gd name="connsiteX114" fmla="*/ 329218 w 547089"/>
              <a:gd name="connsiteY114" fmla="*/ 328004 h 538231"/>
              <a:gd name="connsiteX115" fmla="*/ 332434 w 547089"/>
              <a:gd name="connsiteY115" fmla="*/ 326798 h 538231"/>
              <a:gd name="connsiteX116" fmla="*/ 349719 w 547089"/>
              <a:gd name="connsiteY116" fmla="*/ 329210 h 538231"/>
              <a:gd name="connsiteX117" fmla="*/ 361376 w 547089"/>
              <a:gd name="connsiteY117" fmla="*/ 315945 h 538231"/>
              <a:gd name="connsiteX118" fmla="*/ 364190 w 547089"/>
              <a:gd name="connsiteY118" fmla="*/ 315141 h 538231"/>
              <a:gd name="connsiteX119" fmla="*/ 368612 w 547089"/>
              <a:gd name="connsiteY119" fmla="*/ 313935 h 538231"/>
              <a:gd name="connsiteX120" fmla="*/ 380671 w 547089"/>
              <a:gd name="connsiteY120" fmla="*/ 264493 h 538231"/>
              <a:gd name="connsiteX121" fmla="*/ 315382 w 547089"/>
              <a:gd name="connsiteY121" fmla="*/ 165968 h 538231"/>
              <a:gd name="connsiteX122" fmla="*/ 292512 w 547089"/>
              <a:gd name="connsiteY122" fmla="*/ 161355 h 538231"/>
              <a:gd name="connsiteX123" fmla="*/ 62390 w 547089"/>
              <a:gd name="connsiteY123" fmla="*/ 80350 h 538231"/>
              <a:gd name="connsiteX124" fmla="*/ 61195 w 547089"/>
              <a:gd name="connsiteY124" fmla="*/ 80749 h 538231"/>
              <a:gd name="connsiteX125" fmla="*/ 60001 w 547089"/>
              <a:gd name="connsiteY125" fmla="*/ 82748 h 538231"/>
              <a:gd name="connsiteX126" fmla="*/ 60001 w 547089"/>
              <a:gd name="connsiteY126" fmla="*/ 127126 h 538231"/>
              <a:gd name="connsiteX127" fmla="*/ 61195 w 547089"/>
              <a:gd name="connsiteY127" fmla="*/ 128725 h 538231"/>
              <a:gd name="connsiteX128" fmla="*/ 63186 w 547089"/>
              <a:gd name="connsiteY128" fmla="*/ 128725 h 538231"/>
              <a:gd name="connsiteX129" fmla="*/ 101410 w 547089"/>
              <a:gd name="connsiteY129" fmla="*/ 106336 h 538231"/>
              <a:gd name="connsiteX130" fmla="*/ 102604 w 547089"/>
              <a:gd name="connsiteY130" fmla="*/ 104737 h 538231"/>
              <a:gd name="connsiteX131" fmla="*/ 101410 w 547089"/>
              <a:gd name="connsiteY131" fmla="*/ 102738 h 538231"/>
              <a:gd name="connsiteX132" fmla="*/ 63186 w 547089"/>
              <a:gd name="connsiteY132" fmla="*/ 80749 h 538231"/>
              <a:gd name="connsiteX133" fmla="*/ 62390 w 547089"/>
              <a:gd name="connsiteY133" fmla="*/ 80350 h 538231"/>
              <a:gd name="connsiteX134" fmla="*/ 54028 w 547089"/>
              <a:gd name="connsiteY134" fmla="*/ 68756 h 538231"/>
              <a:gd name="connsiteX135" fmla="*/ 70353 w 547089"/>
              <a:gd name="connsiteY135" fmla="*/ 68756 h 538231"/>
              <a:gd name="connsiteX136" fmla="*/ 108577 w 547089"/>
              <a:gd name="connsiteY136" fmla="*/ 90744 h 538231"/>
              <a:gd name="connsiteX137" fmla="*/ 116540 w 547089"/>
              <a:gd name="connsiteY137" fmla="*/ 104737 h 538231"/>
              <a:gd name="connsiteX138" fmla="*/ 108577 w 547089"/>
              <a:gd name="connsiteY138" fmla="*/ 118730 h 538231"/>
              <a:gd name="connsiteX139" fmla="*/ 70353 w 547089"/>
              <a:gd name="connsiteY139" fmla="*/ 141118 h 538231"/>
              <a:gd name="connsiteX140" fmla="*/ 62390 w 547089"/>
              <a:gd name="connsiteY140" fmla="*/ 143117 h 538231"/>
              <a:gd name="connsiteX141" fmla="*/ 54028 w 547089"/>
              <a:gd name="connsiteY141" fmla="*/ 141118 h 538231"/>
              <a:gd name="connsiteX142" fmla="*/ 46065 w 547089"/>
              <a:gd name="connsiteY142" fmla="*/ 127126 h 538231"/>
              <a:gd name="connsiteX143" fmla="*/ 46065 w 547089"/>
              <a:gd name="connsiteY143" fmla="*/ 82748 h 538231"/>
              <a:gd name="connsiteX144" fmla="*/ 54028 w 547089"/>
              <a:gd name="connsiteY144" fmla="*/ 68756 h 538231"/>
              <a:gd name="connsiteX145" fmla="*/ 459567 w 547089"/>
              <a:gd name="connsiteY145" fmla="*/ 47281 h 538231"/>
              <a:gd name="connsiteX146" fmla="*/ 458765 w 547089"/>
              <a:gd name="connsiteY146" fmla="*/ 47686 h 538231"/>
              <a:gd name="connsiteX147" fmla="*/ 458765 w 547089"/>
              <a:gd name="connsiteY147" fmla="*/ 86970 h 538231"/>
              <a:gd name="connsiteX148" fmla="*/ 459567 w 547089"/>
              <a:gd name="connsiteY148" fmla="*/ 87375 h 538231"/>
              <a:gd name="connsiteX149" fmla="*/ 460370 w 547089"/>
              <a:gd name="connsiteY149" fmla="*/ 87375 h 538231"/>
              <a:gd name="connsiteX150" fmla="*/ 493666 w 547089"/>
              <a:gd name="connsiteY150" fmla="*/ 67935 h 538231"/>
              <a:gd name="connsiteX151" fmla="*/ 494067 w 547089"/>
              <a:gd name="connsiteY151" fmla="*/ 67125 h 538231"/>
              <a:gd name="connsiteX152" fmla="*/ 493666 w 547089"/>
              <a:gd name="connsiteY152" fmla="*/ 66315 h 538231"/>
              <a:gd name="connsiteX153" fmla="*/ 460370 w 547089"/>
              <a:gd name="connsiteY153" fmla="*/ 47281 h 538231"/>
              <a:gd name="connsiteX154" fmla="*/ 459567 w 547089"/>
              <a:gd name="connsiteY154" fmla="*/ 47281 h 538231"/>
              <a:gd name="connsiteX155" fmla="*/ 75572 w 547089"/>
              <a:gd name="connsiteY155" fmla="*/ 43010 h 538231"/>
              <a:gd name="connsiteX156" fmla="*/ 14471 w 547089"/>
              <a:gd name="connsiteY156" fmla="*/ 104511 h 538231"/>
              <a:gd name="connsiteX157" fmla="*/ 75572 w 547089"/>
              <a:gd name="connsiteY157" fmla="*/ 166012 h 538231"/>
              <a:gd name="connsiteX158" fmla="*/ 137074 w 547089"/>
              <a:gd name="connsiteY158" fmla="*/ 104511 h 538231"/>
              <a:gd name="connsiteX159" fmla="*/ 75572 w 547089"/>
              <a:gd name="connsiteY159" fmla="*/ 43010 h 538231"/>
              <a:gd name="connsiteX160" fmla="*/ 452346 w 547089"/>
              <a:gd name="connsiteY160" fmla="*/ 34726 h 538231"/>
              <a:gd name="connsiteX161" fmla="*/ 467189 w 547089"/>
              <a:gd name="connsiteY161" fmla="*/ 34726 h 538231"/>
              <a:gd name="connsiteX162" fmla="*/ 500887 w 547089"/>
              <a:gd name="connsiteY162" fmla="*/ 54166 h 538231"/>
              <a:gd name="connsiteX163" fmla="*/ 508108 w 547089"/>
              <a:gd name="connsiteY163" fmla="*/ 67125 h 538231"/>
              <a:gd name="connsiteX164" fmla="*/ 500887 w 547089"/>
              <a:gd name="connsiteY164" fmla="*/ 80490 h 538231"/>
              <a:gd name="connsiteX165" fmla="*/ 467189 w 547089"/>
              <a:gd name="connsiteY165" fmla="*/ 99929 h 538231"/>
              <a:gd name="connsiteX166" fmla="*/ 459567 w 547089"/>
              <a:gd name="connsiteY166" fmla="*/ 102359 h 538231"/>
              <a:gd name="connsiteX167" fmla="*/ 452346 w 547089"/>
              <a:gd name="connsiteY167" fmla="*/ 99929 h 538231"/>
              <a:gd name="connsiteX168" fmla="*/ 444724 w 547089"/>
              <a:gd name="connsiteY168" fmla="*/ 86970 h 538231"/>
              <a:gd name="connsiteX169" fmla="*/ 444724 w 547089"/>
              <a:gd name="connsiteY169" fmla="*/ 47686 h 538231"/>
              <a:gd name="connsiteX170" fmla="*/ 452346 w 547089"/>
              <a:gd name="connsiteY170" fmla="*/ 34726 h 538231"/>
              <a:gd name="connsiteX171" fmla="*/ 471518 w 547089"/>
              <a:gd name="connsiteY171" fmla="*/ 14471 h 538231"/>
              <a:gd name="connsiteX172" fmla="*/ 423752 w 547089"/>
              <a:gd name="connsiteY172" fmla="*/ 46182 h 538231"/>
              <a:gd name="connsiteX173" fmla="*/ 421929 w 547089"/>
              <a:gd name="connsiteY173" fmla="*/ 55161 h 538231"/>
              <a:gd name="connsiteX174" fmla="*/ 419663 w 547089"/>
              <a:gd name="connsiteY174" fmla="*/ 66324 h 538231"/>
              <a:gd name="connsiteX175" fmla="*/ 471518 w 547089"/>
              <a:gd name="connsiteY175" fmla="*/ 118982 h 538231"/>
              <a:gd name="connsiteX176" fmla="*/ 524177 w 547089"/>
              <a:gd name="connsiteY176" fmla="*/ 66324 h 538231"/>
              <a:gd name="connsiteX177" fmla="*/ 471518 w 547089"/>
              <a:gd name="connsiteY177" fmla="*/ 14471 h 538231"/>
              <a:gd name="connsiteX178" fmla="*/ 471518 w 547089"/>
              <a:gd name="connsiteY178" fmla="*/ 0 h 538231"/>
              <a:gd name="connsiteX179" fmla="*/ 538246 w 547089"/>
              <a:gd name="connsiteY179" fmla="*/ 66324 h 538231"/>
              <a:gd name="connsiteX180" fmla="*/ 471518 w 547089"/>
              <a:gd name="connsiteY180" fmla="*/ 133453 h 538231"/>
              <a:gd name="connsiteX181" fmla="*/ 429712 w 547089"/>
              <a:gd name="connsiteY181" fmla="*/ 118580 h 538231"/>
              <a:gd name="connsiteX182" fmla="*/ 364592 w 547089"/>
              <a:gd name="connsiteY182" fmla="*/ 184100 h 538231"/>
              <a:gd name="connsiteX183" fmla="*/ 395142 w 547089"/>
              <a:gd name="connsiteY183" fmla="*/ 264493 h 538231"/>
              <a:gd name="connsiteX184" fmla="*/ 392328 w 547089"/>
              <a:gd name="connsiteY184" fmla="*/ 288611 h 538231"/>
              <a:gd name="connsiteX185" fmla="*/ 479959 w 547089"/>
              <a:gd name="connsiteY185" fmla="*/ 311925 h 538231"/>
              <a:gd name="connsiteX186" fmla="*/ 511715 w 547089"/>
              <a:gd name="connsiteY186" fmla="*/ 292229 h 538231"/>
              <a:gd name="connsiteX187" fmla="*/ 547089 w 547089"/>
              <a:gd name="connsiteY187" fmla="*/ 327602 h 538231"/>
              <a:gd name="connsiteX188" fmla="*/ 511715 w 547089"/>
              <a:gd name="connsiteY188" fmla="*/ 363377 h 538231"/>
              <a:gd name="connsiteX189" fmla="*/ 475939 w 547089"/>
              <a:gd name="connsiteY189" fmla="*/ 327602 h 538231"/>
              <a:gd name="connsiteX190" fmla="*/ 475939 w 547089"/>
              <a:gd name="connsiteY190" fmla="*/ 325592 h 538231"/>
              <a:gd name="connsiteX191" fmla="*/ 421673 w 547089"/>
              <a:gd name="connsiteY191" fmla="*/ 311121 h 538231"/>
              <a:gd name="connsiteX192" fmla="*/ 426496 w 547089"/>
              <a:gd name="connsiteY192" fmla="*/ 319160 h 538231"/>
              <a:gd name="connsiteX193" fmla="*/ 466694 w 547089"/>
              <a:gd name="connsiteY193" fmla="*/ 430103 h 538231"/>
              <a:gd name="connsiteX194" fmla="*/ 458654 w 547089"/>
              <a:gd name="connsiteY194" fmla="*/ 457838 h 538231"/>
              <a:gd name="connsiteX195" fmla="*/ 468302 w 547089"/>
              <a:gd name="connsiteY195" fmla="*/ 484770 h 538231"/>
              <a:gd name="connsiteX196" fmla="*/ 455037 w 547089"/>
              <a:gd name="connsiteY196" fmla="*/ 512104 h 538231"/>
              <a:gd name="connsiteX197" fmla="*/ 386299 w 547089"/>
              <a:gd name="connsiteY197" fmla="*/ 537025 h 538231"/>
              <a:gd name="connsiteX198" fmla="*/ 378259 w 547089"/>
              <a:gd name="connsiteY198" fmla="*/ 538231 h 538231"/>
              <a:gd name="connsiteX199" fmla="*/ 369818 w 547089"/>
              <a:gd name="connsiteY199" fmla="*/ 536623 h 538231"/>
              <a:gd name="connsiteX200" fmla="*/ 358161 w 547089"/>
              <a:gd name="connsiteY200" fmla="*/ 524966 h 538231"/>
              <a:gd name="connsiteX201" fmla="*/ 352131 w 547089"/>
              <a:gd name="connsiteY201" fmla="*/ 508084 h 538231"/>
              <a:gd name="connsiteX202" fmla="*/ 348513 w 547089"/>
              <a:gd name="connsiteY202" fmla="*/ 498035 h 538231"/>
              <a:gd name="connsiteX203" fmla="*/ 325199 w 547089"/>
              <a:gd name="connsiteY203" fmla="*/ 483564 h 538231"/>
              <a:gd name="connsiteX204" fmla="*/ 320375 w 547089"/>
              <a:gd name="connsiteY204" fmla="*/ 475123 h 538231"/>
              <a:gd name="connsiteX205" fmla="*/ 313139 w 547089"/>
              <a:gd name="connsiteY205" fmla="*/ 469897 h 538231"/>
              <a:gd name="connsiteX206" fmla="*/ 312737 w 547089"/>
              <a:gd name="connsiteY206" fmla="*/ 469897 h 538231"/>
              <a:gd name="connsiteX207" fmla="*/ 266108 w 547089"/>
              <a:gd name="connsiteY207" fmla="*/ 464672 h 538231"/>
              <a:gd name="connsiteX208" fmla="*/ 245205 w 547089"/>
              <a:gd name="connsiteY208" fmla="*/ 460250 h 538231"/>
              <a:gd name="connsiteX209" fmla="*/ 229126 w 547089"/>
              <a:gd name="connsiteY209" fmla="*/ 436534 h 538231"/>
              <a:gd name="connsiteX210" fmla="*/ 259676 w 547089"/>
              <a:gd name="connsiteY210" fmla="*/ 400759 h 538231"/>
              <a:gd name="connsiteX211" fmla="*/ 294246 w 547089"/>
              <a:gd name="connsiteY211" fmla="*/ 399955 h 538231"/>
              <a:gd name="connsiteX212" fmla="*/ 288619 w 547089"/>
              <a:gd name="connsiteY212" fmla="*/ 384681 h 538231"/>
              <a:gd name="connsiteX213" fmla="*/ 273746 w 547089"/>
              <a:gd name="connsiteY213" fmla="*/ 385887 h 538231"/>
              <a:gd name="connsiteX214" fmla="*/ 175664 w 547089"/>
              <a:gd name="connsiteY214" fmla="*/ 336043 h 538231"/>
              <a:gd name="connsiteX215" fmla="*/ 125015 w 547089"/>
              <a:gd name="connsiteY215" fmla="*/ 368602 h 538231"/>
              <a:gd name="connsiteX216" fmla="*/ 130642 w 547089"/>
              <a:gd name="connsiteY216" fmla="*/ 391916 h 538231"/>
              <a:gd name="connsiteX217" fmla="*/ 75572 w 547089"/>
              <a:gd name="connsiteY217" fmla="*/ 446583 h 538231"/>
              <a:gd name="connsiteX218" fmla="*/ 62708 w 547089"/>
              <a:gd name="connsiteY218" fmla="*/ 444975 h 538231"/>
              <a:gd name="connsiteX219" fmla="*/ 48237 w 547089"/>
              <a:gd name="connsiteY219" fmla="*/ 481554 h 538231"/>
              <a:gd name="connsiteX220" fmla="*/ 61904 w 547089"/>
              <a:gd name="connsiteY220" fmla="*/ 506878 h 538231"/>
              <a:gd name="connsiteX221" fmla="*/ 30952 w 547089"/>
              <a:gd name="connsiteY221" fmla="*/ 537829 h 538231"/>
              <a:gd name="connsiteX222" fmla="*/ 0 w 547089"/>
              <a:gd name="connsiteY222" fmla="*/ 506878 h 538231"/>
              <a:gd name="connsiteX223" fmla="*/ 30952 w 547089"/>
              <a:gd name="connsiteY223" fmla="*/ 476329 h 538231"/>
              <a:gd name="connsiteX224" fmla="*/ 34972 w 547089"/>
              <a:gd name="connsiteY224" fmla="*/ 476731 h 538231"/>
              <a:gd name="connsiteX225" fmla="*/ 49443 w 547089"/>
              <a:gd name="connsiteY225" fmla="*/ 440152 h 538231"/>
              <a:gd name="connsiteX226" fmla="*/ 21305 w 547089"/>
              <a:gd name="connsiteY226" fmla="*/ 391916 h 538231"/>
              <a:gd name="connsiteX227" fmla="*/ 75572 w 547089"/>
              <a:gd name="connsiteY227" fmla="*/ 337249 h 538231"/>
              <a:gd name="connsiteX228" fmla="*/ 117779 w 547089"/>
              <a:gd name="connsiteY228" fmla="*/ 356945 h 538231"/>
              <a:gd name="connsiteX229" fmla="*/ 168428 w 547089"/>
              <a:gd name="connsiteY229" fmla="*/ 323984 h 538231"/>
              <a:gd name="connsiteX230" fmla="*/ 152349 w 547089"/>
              <a:gd name="connsiteY230" fmla="*/ 264493 h 538231"/>
              <a:gd name="connsiteX231" fmla="*/ 174860 w 547089"/>
              <a:gd name="connsiteY231" fmla="*/ 194149 h 538231"/>
              <a:gd name="connsiteX232" fmla="*/ 129838 w 547089"/>
              <a:gd name="connsiteY232" fmla="*/ 157570 h 538231"/>
              <a:gd name="connsiteX233" fmla="*/ 75572 w 547089"/>
              <a:gd name="connsiteY233" fmla="*/ 180482 h 538231"/>
              <a:gd name="connsiteX234" fmla="*/ 0 w 547089"/>
              <a:gd name="connsiteY234" fmla="*/ 104511 h 538231"/>
              <a:gd name="connsiteX235" fmla="*/ 75572 w 547089"/>
              <a:gd name="connsiteY235" fmla="*/ 28942 h 538231"/>
              <a:gd name="connsiteX236" fmla="*/ 151143 w 547089"/>
              <a:gd name="connsiteY236" fmla="*/ 104511 h 538231"/>
              <a:gd name="connsiteX237" fmla="*/ 138682 w 547089"/>
              <a:gd name="connsiteY237" fmla="*/ 146315 h 538231"/>
              <a:gd name="connsiteX238" fmla="*/ 184105 w 547089"/>
              <a:gd name="connsiteY238" fmla="*/ 182894 h 538231"/>
              <a:gd name="connsiteX239" fmla="*/ 273746 w 547089"/>
              <a:gd name="connsiteY239" fmla="*/ 143100 h 538231"/>
              <a:gd name="connsiteX240" fmla="*/ 307091 w 547089"/>
              <a:gd name="connsiteY240" fmla="*/ 149393 h 538231"/>
              <a:gd name="connsiteX241" fmla="*/ 317410 w 547089"/>
              <a:gd name="connsiteY241" fmla="*/ 151340 h 538231"/>
              <a:gd name="connsiteX242" fmla="*/ 354141 w 547089"/>
              <a:gd name="connsiteY242" fmla="*/ 174051 h 538231"/>
              <a:gd name="connsiteX243" fmla="*/ 419663 w 547089"/>
              <a:gd name="connsiteY243" fmla="*/ 108531 h 538231"/>
              <a:gd name="connsiteX244" fmla="*/ 408910 w 547089"/>
              <a:gd name="connsiteY244" fmla="*/ 89086 h 538231"/>
              <a:gd name="connsiteX245" fmla="*/ 405247 w 547089"/>
              <a:gd name="connsiteY245" fmla="*/ 68850 h 538231"/>
              <a:gd name="connsiteX246" fmla="*/ 404790 w 547089"/>
              <a:gd name="connsiteY246" fmla="*/ 66324 h 538231"/>
              <a:gd name="connsiteX247" fmla="*/ 471518 w 547089"/>
              <a:gd name="connsiteY247" fmla="*/ 0 h 538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547089" h="538231">
                <a:moveTo>
                  <a:pt x="30952" y="490799"/>
                </a:moveTo>
                <a:cubicBezTo>
                  <a:pt x="21707" y="490799"/>
                  <a:pt x="14471" y="498035"/>
                  <a:pt x="14471" y="506878"/>
                </a:cubicBezTo>
                <a:cubicBezTo>
                  <a:pt x="14471" y="516123"/>
                  <a:pt x="21707" y="523761"/>
                  <a:pt x="30952" y="523761"/>
                </a:cubicBezTo>
                <a:cubicBezTo>
                  <a:pt x="40198" y="523761"/>
                  <a:pt x="47835" y="516123"/>
                  <a:pt x="47835" y="506878"/>
                </a:cubicBezTo>
                <a:cubicBezTo>
                  <a:pt x="47835" y="498035"/>
                  <a:pt x="40198" y="490799"/>
                  <a:pt x="30952" y="490799"/>
                </a:cubicBezTo>
                <a:close/>
                <a:moveTo>
                  <a:pt x="451419" y="479544"/>
                </a:moveTo>
                <a:lnTo>
                  <a:pt x="367808" y="509692"/>
                </a:lnTo>
                <a:lnTo>
                  <a:pt x="371426" y="520143"/>
                </a:lnTo>
                <a:cubicBezTo>
                  <a:pt x="372230" y="521751"/>
                  <a:pt x="373436" y="522957"/>
                  <a:pt x="375044" y="523359"/>
                </a:cubicBezTo>
                <a:cubicBezTo>
                  <a:pt x="377053" y="524162"/>
                  <a:pt x="379063" y="524162"/>
                  <a:pt x="381073" y="523359"/>
                </a:cubicBezTo>
                <a:lnTo>
                  <a:pt x="450213" y="498437"/>
                </a:lnTo>
                <a:cubicBezTo>
                  <a:pt x="454233" y="497231"/>
                  <a:pt x="456243" y="493211"/>
                  <a:pt x="455037" y="489594"/>
                </a:cubicBezTo>
                <a:close/>
                <a:moveTo>
                  <a:pt x="67393" y="378737"/>
                </a:moveTo>
                <a:lnTo>
                  <a:pt x="67393" y="406978"/>
                </a:lnTo>
                <a:lnTo>
                  <a:pt x="92212" y="392659"/>
                </a:lnTo>
                <a:close/>
                <a:moveTo>
                  <a:pt x="59663" y="365612"/>
                </a:moveTo>
                <a:cubicBezTo>
                  <a:pt x="64139" y="363225"/>
                  <a:pt x="69428" y="363225"/>
                  <a:pt x="73496" y="365612"/>
                </a:cubicBezTo>
                <a:lnTo>
                  <a:pt x="100757" y="381124"/>
                </a:lnTo>
                <a:cubicBezTo>
                  <a:pt x="104825" y="383510"/>
                  <a:pt x="107673" y="387886"/>
                  <a:pt x="107673" y="392659"/>
                </a:cubicBezTo>
                <a:cubicBezTo>
                  <a:pt x="107673" y="397432"/>
                  <a:pt x="104825" y="402205"/>
                  <a:pt x="100757" y="404591"/>
                </a:cubicBezTo>
                <a:lnTo>
                  <a:pt x="73496" y="419706"/>
                </a:lnTo>
                <a:cubicBezTo>
                  <a:pt x="71462" y="420899"/>
                  <a:pt x="69021" y="421296"/>
                  <a:pt x="66580" y="421296"/>
                </a:cubicBezTo>
                <a:cubicBezTo>
                  <a:pt x="64139" y="421296"/>
                  <a:pt x="61697" y="420899"/>
                  <a:pt x="59663" y="419706"/>
                </a:cubicBezTo>
                <a:cubicBezTo>
                  <a:pt x="55594" y="417319"/>
                  <a:pt x="53153" y="412944"/>
                  <a:pt x="53153" y="408171"/>
                </a:cubicBezTo>
                <a:lnTo>
                  <a:pt x="53153" y="377544"/>
                </a:lnTo>
                <a:cubicBezTo>
                  <a:pt x="53153" y="372771"/>
                  <a:pt x="55594" y="368396"/>
                  <a:pt x="59663" y="365612"/>
                </a:cubicBezTo>
                <a:close/>
                <a:moveTo>
                  <a:pt x="75572" y="351318"/>
                </a:moveTo>
                <a:cubicBezTo>
                  <a:pt x="53463" y="351318"/>
                  <a:pt x="35374" y="369808"/>
                  <a:pt x="35374" y="391916"/>
                </a:cubicBezTo>
                <a:cubicBezTo>
                  <a:pt x="35374" y="414426"/>
                  <a:pt x="53463" y="432514"/>
                  <a:pt x="75572" y="432514"/>
                </a:cubicBezTo>
                <a:cubicBezTo>
                  <a:pt x="98082" y="432514"/>
                  <a:pt x="116573" y="414426"/>
                  <a:pt x="116573" y="391916"/>
                </a:cubicBezTo>
                <a:cubicBezTo>
                  <a:pt x="116573" y="369808"/>
                  <a:pt x="98082" y="351318"/>
                  <a:pt x="75572" y="351318"/>
                </a:cubicBezTo>
                <a:close/>
                <a:moveTo>
                  <a:pt x="511715" y="306298"/>
                </a:moveTo>
                <a:cubicBezTo>
                  <a:pt x="500058" y="306298"/>
                  <a:pt x="490009" y="315945"/>
                  <a:pt x="490009" y="327602"/>
                </a:cubicBezTo>
                <a:cubicBezTo>
                  <a:pt x="490009" y="339661"/>
                  <a:pt x="500058" y="349308"/>
                  <a:pt x="511715" y="349308"/>
                </a:cubicBezTo>
                <a:cubicBezTo>
                  <a:pt x="523373" y="349308"/>
                  <a:pt x="533020" y="339661"/>
                  <a:pt x="533020" y="327602"/>
                </a:cubicBezTo>
                <a:cubicBezTo>
                  <a:pt x="533020" y="315945"/>
                  <a:pt x="523373" y="306298"/>
                  <a:pt x="511715" y="306298"/>
                </a:cubicBezTo>
                <a:close/>
                <a:moveTo>
                  <a:pt x="388711" y="302680"/>
                </a:moveTo>
                <a:cubicBezTo>
                  <a:pt x="388309" y="305092"/>
                  <a:pt x="387505" y="307503"/>
                  <a:pt x="386299" y="309915"/>
                </a:cubicBezTo>
                <a:cubicBezTo>
                  <a:pt x="387907" y="307905"/>
                  <a:pt x="389917" y="306298"/>
                  <a:pt x="392328" y="305494"/>
                </a:cubicBezTo>
                <a:cubicBezTo>
                  <a:pt x="393132" y="304690"/>
                  <a:pt x="393936" y="304288"/>
                  <a:pt x="394740" y="304288"/>
                </a:cubicBezTo>
                <a:close/>
                <a:moveTo>
                  <a:pt x="270932" y="264493"/>
                </a:moveTo>
                <a:cubicBezTo>
                  <a:pt x="268520" y="265297"/>
                  <a:pt x="266108" y="266905"/>
                  <a:pt x="264902" y="269317"/>
                </a:cubicBezTo>
                <a:cubicBezTo>
                  <a:pt x="263696" y="271729"/>
                  <a:pt x="263696" y="274140"/>
                  <a:pt x="264500" y="276150"/>
                </a:cubicBezTo>
                <a:lnTo>
                  <a:pt x="311933" y="405583"/>
                </a:lnTo>
                <a:cubicBezTo>
                  <a:pt x="312737" y="407995"/>
                  <a:pt x="311933" y="410808"/>
                  <a:pt x="310727" y="412818"/>
                </a:cubicBezTo>
                <a:cubicBezTo>
                  <a:pt x="309120" y="414828"/>
                  <a:pt x="306306" y="415632"/>
                  <a:pt x="303894" y="415230"/>
                </a:cubicBezTo>
                <a:cubicBezTo>
                  <a:pt x="289825" y="412818"/>
                  <a:pt x="275354" y="412818"/>
                  <a:pt x="261284" y="414828"/>
                </a:cubicBezTo>
                <a:cubicBezTo>
                  <a:pt x="250833" y="416034"/>
                  <a:pt x="242793" y="425279"/>
                  <a:pt x="243597" y="435328"/>
                </a:cubicBezTo>
                <a:cubicBezTo>
                  <a:pt x="243999" y="440554"/>
                  <a:pt x="247215" y="444975"/>
                  <a:pt x="252039" y="447789"/>
                </a:cubicBezTo>
                <a:cubicBezTo>
                  <a:pt x="255657" y="450201"/>
                  <a:pt x="260078" y="451005"/>
                  <a:pt x="264500" y="450201"/>
                </a:cubicBezTo>
                <a:cubicBezTo>
                  <a:pt x="292237" y="446583"/>
                  <a:pt x="314747" y="455426"/>
                  <a:pt x="317963" y="456632"/>
                </a:cubicBezTo>
                <a:cubicBezTo>
                  <a:pt x="325199" y="459044"/>
                  <a:pt x="329218" y="462260"/>
                  <a:pt x="332836" y="467887"/>
                </a:cubicBezTo>
                <a:lnTo>
                  <a:pt x="337258" y="475927"/>
                </a:lnTo>
                <a:cubicBezTo>
                  <a:pt x="339268" y="478740"/>
                  <a:pt x="344091" y="485172"/>
                  <a:pt x="351729" y="483564"/>
                </a:cubicBezTo>
                <a:cubicBezTo>
                  <a:pt x="352131" y="483564"/>
                  <a:pt x="352533" y="483162"/>
                  <a:pt x="353337" y="483162"/>
                </a:cubicBezTo>
                <a:cubicBezTo>
                  <a:pt x="356151" y="483162"/>
                  <a:pt x="358965" y="484770"/>
                  <a:pt x="360170" y="487986"/>
                </a:cubicBezTo>
                <a:lnTo>
                  <a:pt x="362984" y="496427"/>
                </a:lnTo>
                <a:lnTo>
                  <a:pt x="446595" y="465878"/>
                </a:lnTo>
                <a:lnTo>
                  <a:pt x="443379" y="457436"/>
                </a:lnTo>
                <a:cubicBezTo>
                  <a:pt x="442173" y="453819"/>
                  <a:pt x="443781" y="450201"/>
                  <a:pt x="446997" y="448995"/>
                </a:cubicBezTo>
                <a:cubicBezTo>
                  <a:pt x="452625" y="446181"/>
                  <a:pt x="455439" y="440152"/>
                  <a:pt x="453429" y="435328"/>
                </a:cubicBezTo>
                <a:lnTo>
                  <a:pt x="413231" y="324386"/>
                </a:lnTo>
                <a:cubicBezTo>
                  <a:pt x="411623" y="320768"/>
                  <a:pt x="409613" y="317954"/>
                  <a:pt x="407202" y="317151"/>
                </a:cubicBezTo>
                <a:cubicBezTo>
                  <a:pt x="404790" y="316347"/>
                  <a:pt x="401574" y="316347"/>
                  <a:pt x="398358" y="317954"/>
                </a:cubicBezTo>
                <a:cubicBezTo>
                  <a:pt x="397554" y="318758"/>
                  <a:pt x="395946" y="320366"/>
                  <a:pt x="395142" y="323984"/>
                </a:cubicBezTo>
                <a:cubicBezTo>
                  <a:pt x="393534" y="327602"/>
                  <a:pt x="391123" y="330817"/>
                  <a:pt x="386701" y="332023"/>
                </a:cubicBezTo>
                <a:cubicBezTo>
                  <a:pt x="382681" y="333631"/>
                  <a:pt x="378259" y="332425"/>
                  <a:pt x="375044" y="330013"/>
                </a:cubicBezTo>
                <a:cubicBezTo>
                  <a:pt x="373436" y="328808"/>
                  <a:pt x="370220" y="328004"/>
                  <a:pt x="369014" y="328406"/>
                </a:cubicBezTo>
                <a:lnTo>
                  <a:pt x="366602" y="329210"/>
                </a:lnTo>
                <a:cubicBezTo>
                  <a:pt x="365798" y="329611"/>
                  <a:pt x="363788" y="332425"/>
                  <a:pt x="362582" y="335239"/>
                </a:cubicBezTo>
                <a:cubicBezTo>
                  <a:pt x="361376" y="339259"/>
                  <a:pt x="358563" y="342474"/>
                  <a:pt x="354543" y="343680"/>
                </a:cubicBezTo>
                <a:cubicBezTo>
                  <a:pt x="350523" y="344886"/>
                  <a:pt x="346101" y="344484"/>
                  <a:pt x="342885" y="342072"/>
                </a:cubicBezTo>
                <a:cubicBezTo>
                  <a:pt x="340876" y="340465"/>
                  <a:pt x="338062" y="340063"/>
                  <a:pt x="337258" y="340063"/>
                </a:cubicBezTo>
                <a:lnTo>
                  <a:pt x="334444" y="341268"/>
                </a:lnTo>
                <a:cubicBezTo>
                  <a:pt x="332836" y="342072"/>
                  <a:pt x="330424" y="347700"/>
                  <a:pt x="329620" y="352925"/>
                </a:cubicBezTo>
                <a:cubicBezTo>
                  <a:pt x="329218" y="356141"/>
                  <a:pt x="326002" y="359357"/>
                  <a:pt x="322385" y="359759"/>
                </a:cubicBezTo>
                <a:cubicBezTo>
                  <a:pt x="318767" y="359759"/>
                  <a:pt x="315551" y="357749"/>
                  <a:pt x="314345" y="354131"/>
                </a:cubicBezTo>
                <a:lnTo>
                  <a:pt x="283393" y="269317"/>
                </a:lnTo>
                <a:cubicBezTo>
                  <a:pt x="282589" y="266905"/>
                  <a:pt x="280981" y="265699"/>
                  <a:pt x="278569" y="264493"/>
                </a:cubicBezTo>
                <a:cubicBezTo>
                  <a:pt x="276157" y="263287"/>
                  <a:pt x="273344" y="263287"/>
                  <a:pt x="270932" y="264493"/>
                </a:cubicBezTo>
                <a:close/>
                <a:moveTo>
                  <a:pt x="248421" y="220277"/>
                </a:moveTo>
                <a:cubicBezTo>
                  <a:pt x="246813" y="221081"/>
                  <a:pt x="243999" y="223091"/>
                  <a:pt x="243999" y="227512"/>
                </a:cubicBezTo>
                <a:lnTo>
                  <a:pt x="243999" y="301474"/>
                </a:lnTo>
                <a:cubicBezTo>
                  <a:pt x="243999" y="305896"/>
                  <a:pt x="246813" y="307905"/>
                  <a:pt x="248421" y="308709"/>
                </a:cubicBezTo>
                <a:cubicBezTo>
                  <a:pt x="249627" y="309513"/>
                  <a:pt x="252441" y="311121"/>
                  <a:pt x="256461" y="308709"/>
                </a:cubicBezTo>
                <a:lnTo>
                  <a:pt x="260078" y="306699"/>
                </a:lnTo>
                <a:lnTo>
                  <a:pt x="251235" y="280974"/>
                </a:lnTo>
                <a:cubicBezTo>
                  <a:pt x="248823" y="274944"/>
                  <a:pt x="249225" y="268513"/>
                  <a:pt x="252441" y="263287"/>
                </a:cubicBezTo>
                <a:cubicBezTo>
                  <a:pt x="254853" y="257258"/>
                  <a:pt x="260078" y="253238"/>
                  <a:pt x="266108" y="250826"/>
                </a:cubicBezTo>
                <a:cubicBezTo>
                  <a:pt x="272138" y="248817"/>
                  <a:pt x="278569" y="249218"/>
                  <a:pt x="284197" y="251228"/>
                </a:cubicBezTo>
                <a:cubicBezTo>
                  <a:pt x="290227" y="254042"/>
                  <a:pt x="294648" y="258464"/>
                  <a:pt x="296658" y="264493"/>
                </a:cubicBezTo>
                <a:lnTo>
                  <a:pt x="303090" y="281778"/>
                </a:lnTo>
                <a:lnTo>
                  <a:pt x="320777" y="271729"/>
                </a:lnTo>
                <a:cubicBezTo>
                  <a:pt x="324395" y="269317"/>
                  <a:pt x="324797" y="265699"/>
                  <a:pt x="324797" y="264493"/>
                </a:cubicBezTo>
                <a:cubicBezTo>
                  <a:pt x="324797" y="263287"/>
                  <a:pt x="324395" y="259670"/>
                  <a:pt x="320777" y="257258"/>
                </a:cubicBezTo>
                <a:lnTo>
                  <a:pt x="256461" y="220277"/>
                </a:lnTo>
                <a:cubicBezTo>
                  <a:pt x="252441" y="218267"/>
                  <a:pt x="249627" y="219473"/>
                  <a:pt x="248421" y="220277"/>
                </a:cubicBezTo>
                <a:close/>
                <a:moveTo>
                  <a:pt x="273746" y="157570"/>
                </a:moveTo>
                <a:cubicBezTo>
                  <a:pt x="214655" y="157570"/>
                  <a:pt x="166820" y="205404"/>
                  <a:pt x="166820" y="264493"/>
                </a:cubicBezTo>
                <a:cubicBezTo>
                  <a:pt x="166820" y="323582"/>
                  <a:pt x="214655" y="371416"/>
                  <a:pt x="273746" y="371416"/>
                </a:cubicBezTo>
                <a:cubicBezTo>
                  <a:pt x="276961" y="371416"/>
                  <a:pt x="280579" y="371416"/>
                  <a:pt x="283795" y="371014"/>
                </a:cubicBezTo>
                <a:lnTo>
                  <a:pt x="265304" y="320366"/>
                </a:lnTo>
                <a:lnTo>
                  <a:pt x="263696" y="321170"/>
                </a:lnTo>
                <a:cubicBezTo>
                  <a:pt x="260078" y="323180"/>
                  <a:pt x="256059" y="323984"/>
                  <a:pt x="252441" y="323984"/>
                </a:cubicBezTo>
                <a:cubicBezTo>
                  <a:pt x="248421" y="323984"/>
                  <a:pt x="244803" y="323180"/>
                  <a:pt x="241186" y="321170"/>
                </a:cubicBezTo>
                <a:cubicBezTo>
                  <a:pt x="233950" y="316749"/>
                  <a:pt x="229930" y="309513"/>
                  <a:pt x="229930" y="301474"/>
                </a:cubicBezTo>
                <a:lnTo>
                  <a:pt x="229930" y="227512"/>
                </a:lnTo>
                <a:cubicBezTo>
                  <a:pt x="229930" y="219071"/>
                  <a:pt x="233950" y="211836"/>
                  <a:pt x="241186" y="207816"/>
                </a:cubicBezTo>
                <a:cubicBezTo>
                  <a:pt x="248019" y="203796"/>
                  <a:pt x="256461" y="203796"/>
                  <a:pt x="263696" y="207816"/>
                </a:cubicBezTo>
                <a:lnTo>
                  <a:pt x="328012" y="244797"/>
                </a:lnTo>
                <a:cubicBezTo>
                  <a:pt x="334846" y="249218"/>
                  <a:pt x="339268" y="256454"/>
                  <a:pt x="339268" y="264493"/>
                </a:cubicBezTo>
                <a:cubicBezTo>
                  <a:pt x="339268" y="272934"/>
                  <a:pt x="334846" y="280170"/>
                  <a:pt x="328012" y="284189"/>
                </a:cubicBezTo>
                <a:lnTo>
                  <a:pt x="308316" y="295444"/>
                </a:lnTo>
                <a:lnTo>
                  <a:pt x="321983" y="333631"/>
                </a:lnTo>
                <a:cubicBezTo>
                  <a:pt x="323993" y="331219"/>
                  <a:pt x="326404" y="329210"/>
                  <a:pt x="329218" y="328004"/>
                </a:cubicBezTo>
                <a:lnTo>
                  <a:pt x="332434" y="326798"/>
                </a:lnTo>
                <a:cubicBezTo>
                  <a:pt x="338062" y="325190"/>
                  <a:pt x="344895" y="326396"/>
                  <a:pt x="349719" y="329210"/>
                </a:cubicBezTo>
                <a:cubicBezTo>
                  <a:pt x="351729" y="323984"/>
                  <a:pt x="356151" y="317954"/>
                  <a:pt x="361376" y="315945"/>
                </a:cubicBezTo>
                <a:lnTo>
                  <a:pt x="364190" y="315141"/>
                </a:lnTo>
                <a:cubicBezTo>
                  <a:pt x="365396" y="314739"/>
                  <a:pt x="367004" y="313935"/>
                  <a:pt x="368612" y="313935"/>
                </a:cubicBezTo>
                <a:cubicBezTo>
                  <a:pt x="376651" y="299062"/>
                  <a:pt x="380671" y="281778"/>
                  <a:pt x="380671" y="264493"/>
                </a:cubicBezTo>
                <a:cubicBezTo>
                  <a:pt x="380671" y="220177"/>
                  <a:pt x="353764" y="182191"/>
                  <a:pt x="315382" y="165968"/>
                </a:cubicBezTo>
                <a:lnTo>
                  <a:pt x="292512" y="161355"/>
                </a:lnTo>
                <a:close/>
                <a:moveTo>
                  <a:pt x="62390" y="80350"/>
                </a:moveTo>
                <a:cubicBezTo>
                  <a:pt x="61593" y="80350"/>
                  <a:pt x="61195" y="80749"/>
                  <a:pt x="61195" y="80749"/>
                </a:cubicBezTo>
                <a:cubicBezTo>
                  <a:pt x="60797" y="81149"/>
                  <a:pt x="60001" y="81549"/>
                  <a:pt x="60001" y="82748"/>
                </a:cubicBezTo>
                <a:lnTo>
                  <a:pt x="60001" y="127126"/>
                </a:lnTo>
                <a:cubicBezTo>
                  <a:pt x="60001" y="127925"/>
                  <a:pt x="60797" y="128325"/>
                  <a:pt x="61195" y="128725"/>
                </a:cubicBezTo>
                <a:cubicBezTo>
                  <a:pt x="61593" y="129125"/>
                  <a:pt x="62390" y="129524"/>
                  <a:pt x="63186" y="128725"/>
                </a:cubicBezTo>
                <a:lnTo>
                  <a:pt x="101410" y="106336"/>
                </a:lnTo>
                <a:cubicBezTo>
                  <a:pt x="102206" y="106336"/>
                  <a:pt x="102604" y="105137"/>
                  <a:pt x="102604" y="104737"/>
                </a:cubicBezTo>
                <a:cubicBezTo>
                  <a:pt x="102604" y="104337"/>
                  <a:pt x="102206" y="103538"/>
                  <a:pt x="101410" y="102738"/>
                </a:cubicBezTo>
                <a:lnTo>
                  <a:pt x="63186" y="80749"/>
                </a:lnTo>
                <a:cubicBezTo>
                  <a:pt x="62788" y="80749"/>
                  <a:pt x="62390" y="80350"/>
                  <a:pt x="62390" y="80350"/>
                </a:cubicBezTo>
                <a:close/>
                <a:moveTo>
                  <a:pt x="54028" y="68756"/>
                </a:moveTo>
                <a:cubicBezTo>
                  <a:pt x="59205" y="65557"/>
                  <a:pt x="65177" y="65557"/>
                  <a:pt x="70353" y="68756"/>
                </a:cubicBezTo>
                <a:lnTo>
                  <a:pt x="108577" y="90744"/>
                </a:lnTo>
                <a:cubicBezTo>
                  <a:pt x="113753" y="93943"/>
                  <a:pt x="116540" y="98740"/>
                  <a:pt x="116540" y="104737"/>
                </a:cubicBezTo>
                <a:cubicBezTo>
                  <a:pt x="116540" y="110734"/>
                  <a:pt x="113753" y="115931"/>
                  <a:pt x="108577" y="118730"/>
                </a:cubicBezTo>
                <a:lnTo>
                  <a:pt x="70353" y="141118"/>
                </a:lnTo>
                <a:cubicBezTo>
                  <a:pt x="67964" y="142318"/>
                  <a:pt x="64779" y="143117"/>
                  <a:pt x="62390" y="143117"/>
                </a:cubicBezTo>
                <a:cubicBezTo>
                  <a:pt x="59205" y="143117"/>
                  <a:pt x="56417" y="142318"/>
                  <a:pt x="54028" y="141118"/>
                </a:cubicBezTo>
                <a:cubicBezTo>
                  <a:pt x="48852" y="138320"/>
                  <a:pt x="46065" y="132723"/>
                  <a:pt x="46065" y="127126"/>
                </a:cubicBezTo>
                <a:lnTo>
                  <a:pt x="46065" y="82748"/>
                </a:lnTo>
                <a:cubicBezTo>
                  <a:pt x="46065" y="76752"/>
                  <a:pt x="48852" y="71554"/>
                  <a:pt x="54028" y="68756"/>
                </a:cubicBezTo>
                <a:close/>
                <a:moveTo>
                  <a:pt x="459567" y="47281"/>
                </a:moveTo>
                <a:cubicBezTo>
                  <a:pt x="458765" y="47281"/>
                  <a:pt x="458765" y="47686"/>
                  <a:pt x="458765" y="47686"/>
                </a:cubicBezTo>
                <a:lnTo>
                  <a:pt x="458765" y="86970"/>
                </a:lnTo>
                <a:cubicBezTo>
                  <a:pt x="458765" y="86970"/>
                  <a:pt x="458765" y="87375"/>
                  <a:pt x="459567" y="87375"/>
                </a:cubicBezTo>
                <a:cubicBezTo>
                  <a:pt x="459567" y="87780"/>
                  <a:pt x="459968" y="87780"/>
                  <a:pt x="460370" y="87375"/>
                </a:cubicBezTo>
                <a:lnTo>
                  <a:pt x="493666" y="67935"/>
                </a:lnTo>
                <a:cubicBezTo>
                  <a:pt x="494067" y="67935"/>
                  <a:pt x="494067" y="67935"/>
                  <a:pt x="494067" y="67125"/>
                </a:cubicBezTo>
                <a:cubicBezTo>
                  <a:pt x="494067" y="66720"/>
                  <a:pt x="494067" y="66720"/>
                  <a:pt x="493666" y="66315"/>
                </a:cubicBezTo>
                <a:lnTo>
                  <a:pt x="460370" y="47281"/>
                </a:lnTo>
                <a:cubicBezTo>
                  <a:pt x="459968" y="47281"/>
                  <a:pt x="459968" y="47281"/>
                  <a:pt x="459567" y="47281"/>
                </a:cubicBezTo>
                <a:close/>
                <a:moveTo>
                  <a:pt x="75572" y="43010"/>
                </a:moveTo>
                <a:cubicBezTo>
                  <a:pt x="42208" y="43010"/>
                  <a:pt x="14471" y="70746"/>
                  <a:pt x="14471" y="104511"/>
                </a:cubicBezTo>
                <a:cubicBezTo>
                  <a:pt x="14471" y="138276"/>
                  <a:pt x="42208" y="166012"/>
                  <a:pt x="75572" y="166012"/>
                </a:cubicBezTo>
                <a:cubicBezTo>
                  <a:pt x="109740" y="166012"/>
                  <a:pt x="137074" y="138276"/>
                  <a:pt x="137074" y="104511"/>
                </a:cubicBezTo>
                <a:cubicBezTo>
                  <a:pt x="137074" y="70746"/>
                  <a:pt x="109740" y="43010"/>
                  <a:pt x="75572" y="43010"/>
                </a:cubicBezTo>
                <a:close/>
                <a:moveTo>
                  <a:pt x="452346" y="34726"/>
                </a:moveTo>
                <a:cubicBezTo>
                  <a:pt x="457160" y="31891"/>
                  <a:pt x="462776" y="31891"/>
                  <a:pt x="467189" y="34726"/>
                </a:cubicBezTo>
                <a:lnTo>
                  <a:pt x="500887" y="54166"/>
                </a:lnTo>
                <a:cubicBezTo>
                  <a:pt x="505300" y="57001"/>
                  <a:pt x="508108" y="61860"/>
                  <a:pt x="508108" y="67125"/>
                </a:cubicBezTo>
                <a:cubicBezTo>
                  <a:pt x="508108" y="72795"/>
                  <a:pt x="505300" y="78060"/>
                  <a:pt x="500887" y="80490"/>
                </a:cubicBezTo>
                <a:lnTo>
                  <a:pt x="467189" y="99929"/>
                </a:lnTo>
                <a:cubicBezTo>
                  <a:pt x="464782" y="101144"/>
                  <a:pt x="462375" y="102359"/>
                  <a:pt x="459567" y="102359"/>
                </a:cubicBezTo>
                <a:cubicBezTo>
                  <a:pt x="457160" y="102359"/>
                  <a:pt x="454753" y="101144"/>
                  <a:pt x="452346" y="99929"/>
                </a:cubicBezTo>
                <a:cubicBezTo>
                  <a:pt x="447131" y="97094"/>
                  <a:pt x="444724" y="92235"/>
                  <a:pt x="444724" y="86970"/>
                </a:cubicBezTo>
                <a:lnTo>
                  <a:pt x="444724" y="47686"/>
                </a:lnTo>
                <a:cubicBezTo>
                  <a:pt x="444724" y="42421"/>
                  <a:pt x="447131" y="37561"/>
                  <a:pt x="452346" y="34726"/>
                </a:cubicBezTo>
                <a:close/>
                <a:moveTo>
                  <a:pt x="471518" y="14471"/>
                </a:moveTo>
                <a:cubicBezTo>
                  <a:pt x="450112" y="14471"/>
                  <a:pt x="431647" y="27585"/>
                  <a:pt x="423752" y="46182"/>
                </a:cubicBezTo>
                <a:lnTo>
                  <a:pt x="421929" y="55161"/>
                </a:lnTo>
                <a:lnTo>
                  <a:pt x="419663" y="66324"/>
                </a:lnTo>
                <a:cubicBezTo>
                  <a:pt x="419663" y="95266"/>
                  <a:pt x="442977" y="118982"/>
                  <a:pt x="471518" y="118982"/>
                </a:cubicBezTo>
                <a:cubicBezTo>
                  <a:pt x="500460" y="118982"/>
                  <a:pt x="524177" y="95266"/>
                  <a:pt x="524177" y="66324"/>
                </a:cubicBezTo>
                <a:cubicBezTo>
                  <a:pt x="524177" y="37785"/>
                  <a:pt x="500460" y="14471"/>
                  <a:pt x="471518" y="14471"/>
                </a:cubicBezTo>
                <a:close/>
                <a:moveTo>
                  <a:pt x="471518" y="0"/>
                </a:moveTo>
                <a:cubicBezTo>
                  <a:pt x="508499" y="0"/>
                  <a:pt x="538246" y="29746"/>
                  <a:pt x="538246" y="66324"/>
                </a:cubicBezTo>
                <a:cubicBezTo>
                  <a:pt x="538246" y="103305"/>
                  <a:pt x="508499" y="133453"/>
                  <a:pt x="471518" y="133453"/>
                </a:cubicBezTo>
                <a:cubicBezTo>
                  <a:pt x="455841" y="133453"/>
                  <a:pt x="441370" y="127423"/>
                  <a:pt x="429712" y="118580"/>
                </a:cubicBezTo>
                <a:lnTo>
                  <a:pt x="364592" y="184100"/>
                </a:lnTo>
                <a:cubicBezTo>
                  <a:pt x="383485" y="205404"/>
                  <a:pt x="395142" y="233542"/>
                  <a:pt x="395142" y="264493"/>
                </a:cubicBezTo>
                <a:cubicBezTo>
                  <a:pt x="395142" y="272934"/>
                  <a:pt x="394338" y="280572"/>
                  <a:pt x="392328" y="288611"/>
                </a:cubicBezTo>
                <a:lnTo>
                  <a:pt x="479959" y="311925"/>
                </a:lnTo>
                <a:cubicBezTo>
                  <a:pt x="485587" y="300268"/>
                  <a:pt x="497646" y="292229"/>
                  <a:pt x="511715" y="292229"/>
                </a:cubicBezTo>
                <a:cubicBezTo>
                  <a:pt x="531412" y="292229"/>
                  <a:pt x="547089" y="308307"/>
                  <a:pt x="547089" y="327602"/>
                </a:cubicBezTo>
                <a:cubicBezTo>
                  <a:pt x="547089" y="347298"/>
                  <a:pt x="531412" y="363377"/>
                  <a:pt x="511715" y="363377"/>
                </a:cubicBezTo>
                <a:cubicBezTo>
                  <a:pt x="492018" y="363377"/>
                  <a:pt x="475939" y="347298"/>
                  <a:pt x="475939" y="327602"/>
                </a:cubicBezTo>
                <a:cubicBezTo>
                  <a:pt x="475939" y="327200"/>
                  <a:pt x="475939" y="326396"/>
                  <a:pt x="475939" y="325592"/>
                </a:cubicBezTo>
                <a:lnTo>
                  <a:pt x="421673" y="311121"/>
                </a:lnTo>
                <a:cubicBezTo>
                  <a:pt x="423683" y="313935"/>
                  <a:pt x="425291" y="316347"/>
                  <a:pt x="426496" y="319160"/>
                </a:cubicBezTo>
                <a:lnTo>
                  <a:pt x="466694" y="430103"/>
                </a:lnTo>
                <a:cubicBezTo>
                  <a:pt x="470312" y="440152"/>
                  <a:pt x="467096" y="451407"/>
                  <a:pt x="458654" y="457838"/>
                </a:cubicBezTo>
                <a:lnTo>
                  <a:pt x="468302" y="484770"/>
                </a:lnTo>
                <a:cubicBezTo>
                  <a:pt x="472322" y="495623"/>
                  <a:pt x="466292" y="507682"/>
                  <a:pt x="455037" y="512104"/>
                </a:cubicBezTo>
                <a:lnTo>
                  <a:pt x="386299" y="537025"/>
                </a:lnTo>
                <a:cubicBezTo>
                  <a:pt x="383485" y="537829"/>
                  <a:pt x="381073" y="538231"/>
                  <a:pt x="378259" y="538231"/>
                </a:cubicBezTo>
                <a:cubicBezTo>
                  <a:pt x="375044" y="538231"/>
                  <a:pt x="372632" y="537829"/>
                  <a:pt x="369818" y="536623"/>
                </a:cubicBezTo>
                <a:cubicBezTo>
                  <a:pt x="364190" y="534212"/>
                  <a:pt x="360170" y="530192"/>
                  <a:pt x="358161" y="524966"/>
                </a:cubicBezTo>
                <a:lnTo>
                  <a:pt x="352131" y="508084"/>
                </a:lnTo>
                <a:lnTo>
                  <a:pt x="348513" y="498035"/>
                </a:lnTo>
                <a:cubicBezTo>
                  <a:pt x="339268" y="497633"/>
                  <a:pt x="330826" y="492407"/>
                  <a:pt x="325199" y="483564"/>
                </a:cubicBezTo>
                <a:lnTo>
                  <a:pt x="320375" y="475123"/>
                </a:lnTo>
                <a:cubicBezTo>
                  <a:pt x="318767" y="472711"/>
                  <a:pt x="317561" y="471505"/>
                  <a:pt x="313139" y="469897"/>
                </a:cubicBezTo>
                <a:lnTo>
                  <a:pt x="312737" y="469897"/>
                </a:lnTo>
                <a:cubicBezTo>
                  <a:pt x="312335" y="469897"/>
                  <a:pt x="291433" y="461054"/>
                  <a:pt x="266108" y="464672"/>
                </a:cubicBezTo>
                <a:cubicBezTo>
                  <a:pt x="258873" y="465476"/>
                  <a:pt x="251235" y="463868"/>
                  <a:pt x="245205" y="460250"/>
                </a:cubicBezTo>
                <a:cubicBezTo>
                  <a:pt x="235960" y="455426"/>
                  <a:pt x="230332" y="446583"/>
                  <a:pt x="229126" y="436534"/>
                </a:cubicBezTo>
                <a:cubicBezTo>
                  <a:pt x="227920" y="419250"/>
                  <a:pt x="241186" y="403171"/>
                  <a:pt x="259676" y="400759"/>
                </a:cubicBezTo>
                <a:cubicBezTo>
                  <a:pt x="270932" y="399151"/>
                  <a:pt x="282589" y="398749"/>
                  <a:pt x="294246" y="399955"/>
                </a:cubicBezTo>
                <a:lnTo>
                  <a:pt x="288619" y="384681"/>
                </a:lnTo>
                <a:cubicBezTo>
                  <a:pt x="283795" y="385485"/>
                  <a:pt x="278569" y="385887"/>
                  <a:pt x="273746" y="385887"/>
                </a:cubicBezTo>
                <a:cubicBezTo>
                  <a:pt x="233548" y="385887"/>
                  <a:pt x="198174" y="366190"/>
                  <a:pt x="175664" y="336043"/>
                </a:cubicBezTo>
                <a:lnTo>
                  <a:pt x="125015" y="368602"/>
                </a:lnTo>
                <a:cubicBezTo>
                  <a:pt x="128632" y="375837"/>
                  <a:pt x="130642" y="383475"/>
                  <a:pt x="130642" y="391916"/>
                </a:cubicBezTo>
                <a:cubicBezTo>
                  <a:pt x="130642" y="422063"/>
                  <a:pt x="105720" y="446583"/>
                  <a:pt x="75572" y="446583"/>
                </a:cubicBezTo>
                <a:cubicBezTo>
                  <a:pt x="71552" y="446583"/>
                  <a:pt x="66728" y="446181"/>
                  <a:pt x="62708" y="444975"/>
                </a:cubicBezTo>
                <a:lnTo>
                  <a:pt x="48237" y="481554"/>
                </a:lnTo>
                <a:cubicBezTo>
                  <a:pt x="56679" y="487182"/>
                  <a:pt x="61904" y="496427"/>
                  <a:pt x="61904" y="506878"/>
                </a:cubicBezTo>
                <a:cubicBezTo>
                  <a:pt x="61904" y="524162"/>
                  <a:pt x="48237" y="537829"/>
                  <a:pt x="30952" y="537829"/>
                </a:cubicBezTo>
                <a:cubicBezTo>
                  <a:pt x="14069" y="537829"/>
                  <a:pt x="0" y="524162"/>
                  <a:pt x="0" y="506878"/>
                </a:cubicBezTo>
                <a:cubicBezTo>
                  <a:pt x="0" y="489995"/>
                  <a:pt x="14069" y="476329"/>
                  <a:pt x="30952" y="476329"/>
                </a:cubicBezTo>
                <a:cubicBezTo>
                  <a:pt x="32560" y="476329"/>
                  <a:pt x="33766" y="476329"/>
                  <a:pt x="34972" y="476731"/>
                </a:cubicBezTo>
                <a:lnTo>
                  <a:pt x="49443" y="440152"/>
                </a:lnTo>
                <a:cubicBezTo>
                  <a:pt x="32560" y="430505"/>
                  <a:pt x="21305" y="412818"/>
                  <a:pt x="21305" y="391916"/>
                </a:cubicBezTo>
                <a:cubicBezTo>
                  <a:pt x="21305" y="362171"/>
                  <a:pt x="45825" y="337249"/>
                  <a:pt x="75572" y="337249"/>
                </a:cubicBezTo>
                <a:cubicBezTo>
                  <a:pt x="92455" y="337249"/>
                  <a:pt x="107730" y="344886"/>
                  <a:pt x="117779" y="356945"/>
                </a:cubicBezTo>
                <a:lnTo>
                  <a:pt x="168428" y="323984"/>
                </a:lnTo>
                <a:cubicBezTo>
                  <a:pt x="158379" y="306699"/>
                  <a:pt x="152349" y="286199"/>
                  <a:pt x="152349" y="264493"/>
                </a:cubicBezTo>
                <a:cubicBezTo>
                  <a:pt x="152349" y="238365"/>
                  <a:pt x="160790" y="213846"/>
                  <a:pt x="174860" y="194149"/>
                </a:cubicBezTo>
                <a:lnTo>
                  <a:pt x="129838" y="157570"/>
                </a:lnTo>
                <a:cubicBezTo>
                  <a:pt x="116171" y="171639"/>
                  <a:pt x="96876" y="180482"/>
                  <a:pt x="75572" y="180482"/>
                </a:cubicBezTo>
                <a:cubicBezTo>
                  <a:pt x="34168" y="180482"/>
                  <a:pt x="0" y="146315"/>
                  <a:pt x="0" y="104511"/>
                </a:cubicBezTo>
                <a:cubicBezTo>
                  <a:pt x="0" y="62707"/>
                  <a:pt x="34168" y="28942"/>
                  <a:pt x="75572" y="28942"/>
                </a:cubicBezTo>
                <a:cubicBezTo>
                  <a:pt x="117779" y="28942"/>
                  <a:pt x="151143" y="62707"/>
                  <a:pt x="151143" y="104511"/>
                </a:cubicBezTo>
                <a:cubicBezTo>
                  <a:pt x="151143" y="120188"/>
                  <a:pt x="147123" y="134658"/>
                  <a:pt x="138682" y="146315"/>
                </a:cubicBezTo>
                <a:lnTo>
                  <a:pt x="184105" y="182894"/>
                </a:lnTo>
                <a:cubicBezTo>
                  <a:pt x="206214" y="158374"/>
                  <a:pt x="238372" y="143100"/>
                  <a:pt x="273746" y="143100"/>
                </a:cubicBezTo>
                <a:lnTo>
                  <a:pt x="307091" y="149393"/>
                </a:lnTo>
                <a:lnTo>
                  <a:pt x="317410" y="151340"/>
                </a:lnTo>
                <a:cubicBezTo>
                  <a:pt x="331027" y="156666"/>
                  <a:pt x="343488" y="164404"/>
                  <a:pt x="354141" y="174051"/>
                </a:cubicBezTo>
                <a:lnTo>
                  <a:pt x="419663" y="108531"/>
                </a:lnTo>
                <a:cubicBezTo>
                  <a:pt x="415241" y="102702"/>
                  <a:pt x="411523" y="96170"/>
                  <a:pt x="408910" y="89086"/>
                </a:cubicBezTo>
                <a:lnTo>
                  <a:pt x="405247" y="68850"/>
                </a:lnTo>
                <a:lnTo>
                  <a:pt x="404790" y="66324"/>
                </a:lnTo>
                <a:cubicBezTo>
                  <a:pt x="404790" y="29746"/>
                  <a:pt x="434938" y="0"/>
                  <a:pt x="471518" y="0"/>
                </a:cubicBezTo>
                <a:close/>
              </a:path>
            </a:pathLst>
          </a:custGeom>
          <a:solidFill>
            <a:srgbClr val="2D0BF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363"/>
          </a:p>
        </p:txBody>
      </p:sp>
      <p:sp>
        <p:nvSpPr>
          <p:cNvPr id="10" name="Freeform 23">
            <a:extLst>
              <a:ext uri="{FF2B5EF4-FFF2-40B4-BE49-F238E27FC236}">
                <a16:creationId xmlns:a16="http://schemas.microsoft.com/office/drawing/2014/main" id="{7A9C9AD2-8AE2-7E3C-6095-DC5BB4571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199" y="3001863"/>
            <a:ext cx="846329" cy="665103"/>
          </a:xfrm>
          <a:custGeom>
            <a:avLst/>
            <a:gdLst>
              <a:gd name="connsiteX0" fmla="*/ 256490 w 518355"/>
              <a:gd name="connsiteY0" fmla="*/ 150903 h 407360"/>
              <a:gd name="connsiteX1" fmla="*/ 261461 w 518355"/>
              <a:gd name="connsiteY1" fmla="*/ 150903 h 407360"/>
              <a:gd name="connsiteX2" fmla="*/ 263946 w 518355"/>
              <a:gd name="connsiteY2" fmla="*/ 153370 h 407360"/>
              <a:gd name="connsiteX3" fmla="*/ 263946 w 518355"/>
              <a:gd name="connsiteY3" fmla="*/ 165292 h 407360"/>
              <a:gd name="connsiteX4" fmla="*/ 270989 w 518355"/>
              <a:gd name="connsiteY4" fmla="*/ 166937 h 407360"/>
              <a:gd name="connsiteX5" fmla="*/ 277617 w 518355"/>
              <a:gd name="connsiteY5" fmla="*/ 172282 h 407360"/>
              <a:gd name="connsiteX6" fmla="*/ 282173 w 518355"/>
              <a:gd name="connsiteY6" fmla="*/ 180504 h 407360"/>
              <a:gd name="connsiteX7" fmla="*/ 283830 w 518355"/>
              <a:gd name="connsiteY7" fmla="*/ 189549 h 407360"/>
              <a:gd name="connsiteX8" fmla="*/ 281759 w 518355"/>
              <a:gd name="connsiteY8" fmla="*/ 192426 h 407360"/>
              <a:gd name="connsiteX9" fmla="*/ 274717 w 518355"/>
              <a:gd name="connsiteY9" fmla="*/ 194482 h 407360"/>
              <a:gd name="connsiteX10" fmla="*/ 271403 w 518355"/>
              <a:gd name="connsiteY10" fmla="*/ 192015 h 407360"/>
              <a:gd name="connsiteX11" fmla="*/ 270160 w 518355"/>
              <a:gd name="connsiteY11" fmla="*/ 185437 h 407360"/>
              <a:gd name="connsiteX12" fmla="*/ 266018 w 518355"/>
              <a:gd name="connsiteY12" fmla="*/ 178037 h 407360"/>
              <a:gd name="connsiteX13" fmla="*/ 257318 w 518355"/>
              <a:gd name="connsiteY13" fmla="*/ 175982 h 407360"/>
              <a:gd name="connsiteX14" fmla="*/ 249033 w 518355"/>
              <a:gd name="connsiteY14" fmla="*/ 179271 h 407360"/>
              <a:gd name="connsiteX15" fmla="*/ 245719 w 518355"/>
              <a:gd name="connsiteY15" fmla="*/ 187493 h 407360"/>
              <a:gd name="connsiteX16" fmla="*/ 247376 w 518355"/>
              <a:gd name="connsiteY16" fmla="*/ 195715 h 407360"/>
              <a:gd name="connsiteX17" fmla="*/ 252762 w 518355"/>
              <a:gd name="connsiteY17" fmla="*/ 201882 h 407360"/>
              <a:gd name="connsiteX18" fmla="*/ 270989 w 518355"/>
              <a:gd name="connsiteY18" fmla="*/ 217916 h 407360"/>
              <a:gd name="connsiteX19" fmla="*/ 278031 w 518355"/>
              <a:gd name="connsiteY19" fmla="*/ 225316 h 407360"/>
              <a:gd name="connsiteX20" fmla="*/ 283830 w 518355"/>
              <a:gd name="connsiteY20" fmla="*/ 235183 h 407360"/>
              <a:gd name="connsiteX21" fmla="*/ 285902 w 518355"/>
              <a:gd name="connsiteY21" fmla="*/ 247106 h 407360"/>
              <a:gd name="connsiteX22" fmla="*/ 283002 w 518355"/>
              <a:gd name="connsiteY22" fmla="*/ 259850 h 407360"/>
              <a:gd name="connsiteX23" fmla="*/ 275545 w 518355"/>
              <a:gd name="connsiteY23" fmla="*/ 268073 h 407360"/>
              <a:gd name="connsiteX24" fmla="*/ 263946 w 518355"/>
              <a:gd name="connsiteY24" fmla="*/ 272184 h 407360"/>
              <a:gd name="connsiteX25" fmla="*/ 263946 w 518355"/>
              <a:gd name="connsiteY25" fmla="*/ 281229 h 407360"/>
              <a:gd name="connsiteX26" fmla="*/ 263946 w 518355"/>
              <a:gd name="connsiteY26" fmla="*/ 283695 h 407360"/>
              <a:gd name="connsiteX27" fmla="*/ 261461 w 518355"/>
              <a:gd name="connsiteY27" fmla="*/ 286162 h 407360"/>
              <a:gd name="connsiteX28" fmla="*/ 256490 w 518355"/>
              <a:gd name="connsiteY28" fmla="*/ 286162 h 407360"/>
              <a:gd name="connsiteX29" fmla="*/ 254419 w 518355"/>
              <a:gd name="connsiteY29" fmla="*/ 283695 h 407360"/>
              <a:gd name="connsiteX30" fmla="*/ 254419 w 518355"/>
              <a:gd name="connsiteY30" fmla="*/ 271773 h 407360"/>
              <a:gd name="connsiteX31" fmla="*/ 239505 w 518355"/>
              <a:gd name="connsiteY31" fmla="*/ 263550 h 407360"/>
              <a:gd name="connsiteX32" fmla="*/ 232463 w 518355"/>
              <a:gd name="connsiteY32" fmla="*/ 244228 h 407360"/>
              <a:gd name="connsiteX33" fmla="*/ 234534 w 518355"/>
              <a:gd name="connsiteY33" fmla="*/ 241350 h 407360"/>
              <a:gd name="connsiteX34" fmla="*/ 241991 w 518355"/>
              <a:gd name="connsiteY34" fmla="*/ 238883 h 407360"/>
              <a:gd name="connsiteX35" fmla="*/ 245719 w 518355"/>
              <a:gd name="connsiteY35" fmla="*/ 241350 h 407360"/>
              <a:gd name="connsiteX36" fmla="*/ 247376 w 518355"/>
              <a:gd name="connsiteY36" fmla="*/ 249161 h 407360"/>
              <a:gd name="connsiteX37" fmla="*/ 251933 w 518355"/>
              <a:gd name="connsiteY37" fmla="*/ 257384 h 407360"/>
              <a:gd name="connsiteX38" fmla="*/ 260218 w 518355"/>
              <a:gd name="connsiteY38" fmla="*/ 260673 h 407360"/>
              <a:gd name="connsiteX39" fmla="*/ 269332 w 518355"/>
              <a:gd name="connsiteY39" fmla="*/ 257384 h 407360"/>
              <a:gd name="connsiteX40" fmla="*/ 271817 w 518355"/>
              <a:gd name="connsiteY40" fmla="*/ 248339 h 407360"/>
              <a:gd name="connsiteX41" fmla="*/ 268917 w 518355"/>
              <a:gd name="connsiteY41" fmla="*/ 236828 h 407360"/>
              <a:gd name="connsiteX42" fmla="*/ 260632 w 518355"/>
              <a:gd name="connsiteY42" fmla="*/ 228194 h 407360"/>
              <a:gd name="connsiteX43" fmla="*/ 242405 w 518355"/>
              <a:gd name="connsiteY43" fmla="*/ 212160 h 407360"/>
              <a:gd name="connsiteX44" fmla="*/ 237020 w 518355"/>
              <a:gd name="connsiteY44" fmla="*/ 205993 h 407360"/>
              <a:gd name="connsiteX45" fmla="*/ 233706 w 518355"/>
              <a:gd name="connsiteY45" fmla="*/ 198182 h 407360"/>
              <a:gd name="connsiteX46" fmla="*/ 232463 w 518355"/>
              <a:gd name="connsiteY46" fmla="*/ 188726 h 407360"/>
              <a:gd name="connsiteX47" fmla="*/ 239091 w 518355"/>
              <a:gd name="connsiteY47" fmla="*/ 171459 h 407360"/>
              <a:gd name="connsiteX48" fmla="*/ 254419 w 518355"/>
              <a:gd name="connsiteY48" fmla="*/ 164881 h 407360"/>
              <a:gd name="connsiteX49" fmla="*/ 254419 w 518355"/>
              <a:gd name="connsiteY49" fmla="*/ 153370 h 407360"/>
              <a:gd name="connsiteX50" fmla="*/ 256490 w 518355"/>
              <a:gd name="connsiteY50" fmla="*/ 150903 h 407360"/>
              <a:gd name="connsiteX51" fmla="*/ 259675 w 518355"/>
              <a:gd name="connsiteY51" fmla="*/ 121861 h 407360"/>
              <a:gd name="connsiteX52" fmla="*/ 165047 w 518355"/>
              <a:gd name="connsiteY52" fmla="*/ 216723 h 407360"/>
              <a:gd name="connsiteX53" fmla="*/ 259675 w 518355"/>
              <a:gd name="connsiteY53" fmla="*/ 311174 h 407360"/>
              <a:gd name="connsiteX54" fmla="*/ 354714 w 518355"/>
              <a:gd name="connsiteY54" fmla="*/ 216723 h 407360"/>
              <a:gd name="connsiteX55" fmla="*/ 259675 w 518355"/>
              <a:gd name="connsiteY55" fmla="*/ 121861 h 407360"/>
              <a:gd name="connsiteX56" fmla="*/ 259675 w 518355"/>
              <a:gd name="connsiteY56" fmla="*/ 107488 h 407360"/>
              <a:gd name="connsiteX57" fmla="*/ 369114 w 518355"/>
              <a:gd name="connsiteY57" fmla="*/ 216723 h 407360"/>
              <a:gd name="connsiteX58" fmla="*/ 259675 w 518355"/>
              <a:gd name="connsiteY58" fmla="*/ 325958 h 407360"/>
              <a:gd name="connsiteX59" fmla="*/ 150647 w 518355"/>
              <a:gd name="connsiteY59" fmla="*/ 216723 h 407360"/>
              <a:gd name="connsiteX60" fmla="*/ 259675 w 518355"/>
              <a:gd name="connsiteY60" fmla="*/ 107488 h 407360"/>
              <a:gd name="connsiteX61" fmla="*/ 258977 w 518355"/>
              <a:gd name="connsiteY61" fmla="*/ 79828 h 407360"/>
              <a:gd name="connsiteX62" fmla="*/ 121177 w 518355"/>
              <a:gd name="connsiteY62" fmla="*/ 217628 h 407360"/>
              <a:gd name="connsiteX63" fmla="*/ 258977 w 518355"/>
              <a:gd name="connsiteY63" fmla="*/ 355018 h 407360"/>
              <a:gd name="connsiteX64" fmla="*/ 396777 w 518355"/>
              <a:gd name="connsiteY64" fmla="*/ 217628 h 407360"/>
              <a:gd name="connsiteX65" fmla="*/ 258977 w 518355"/>
              <a:gd name="connsiteY65" fmla="*/ 79828 h 407360"/>
              <a:gd name="connsiteX66" fmla="*/ 258977 w 518355"/>
              <a:gd name="connsiteY66" fmla="*/ 65884 h 407360"/>
              <a:gd name="connsiteX67" fmla="*/ 410721 w 518355"/>
              <a:gd name="connsiteY67" fmla="*/ 217628 h 407360"/>
              <a:gd name="connsiteX68" fmla="*/ 258977 w 518355"/>
              <a:gd name="connsiteY68" fmla="*/ 369372 h 407360"/>
              <a:gd name="connsiteX69" fmla="*/ 107233 w 518355"/>
              <a:gd name="connsiteY69" fmla="*/ 217628 h 407360"/>
              <a:gd name="connsiteX70" fmla="*/ 258977 w 518355"/>
              <a:gd name="connsiteY70" fmla="*/ 65884 h 407360"/>
              <a:gd name="connsiteX71" fmla="*/ 80781 w 518355"/>
              <a:gd name="connsiteY71" fmla="*/ 51284 h 407360"/>
              <a:gd name="connsiteX72" fmla="*/ 77914 w 518355"/>
              <a:gd name="connsiteY72" fmla="*/ 52513 h 407360"/>
              <a:gd name="connsiteX73" fmla="*/ 46786 w 518355"/>
              <a:gd name="connsiteY73" fmla="*/ 340161 h 407360"/>
              <a:gd name="connsiteX74" fmla="*/ 49653 w 518355"/>
              <a:gd name="connsiteY74" fmla="*/ 345078 h 407360"/>
              <a:gd name="connsiteX75" fmla="*/ 29175 w 518355"/>
              <a:gd name="connsiteY75" fmla="*/ 365156 h 407360"/>
              <a:gd name="connsiteX76" fmla="*/ 113956 w 518355"/>
              <a:gd name="connsiteY76" fmla="*/ 391790 h 407360"/>
              <a:gd name="connsiteX77" fmla="*/ 87743 w 518355"/>
              <a:gd name="connsiteY77" fmla="*/ 306971 h 407360"/>
              <a:gd name="connsiteX78" fmla="*/ 73818 w 518355"/>
              <a:gd name="connsiteY78" fmla="*/ 320902 h 407360"/>
              <a:gd name="connsiteX79" fmla="*/ 69313 w 518355"/>
              <a:gd name="connsiteY79" fmla="*/ 311888 h 407360"/>
              <a:gd name="connsiteX80" fmla="*/ 102078 w 518355"/>
              <a:gd name="connsiteY80" fmla="*/ 75459 h 407360"/>
              <a:gd name="connsiteX81" fmla="*/ 101669 w 518355"/>
              <a:gd name="connsiteY81" fmla="*/ 70952 h 407360"/>
              <a:gd name="connsiteX82" fmla="*/ 83238 w 518355"/>
              <a:gd name="connsiteY82" fmla="*/ 52103 h 407360"/>
              <a:gd name="connsiteX83" fmla="*/ 80781 w 518355"/>
              <a:gd name="connsiteY83" fmla="*/ 51284 h 407360"/>
              <a:gd name="connsiteX84" fmla="*/ 80371 w 518355"/>
              <a:gd name="connsiteY84" fmla="*/ 36942 h 407360"/>
              <a:gd name="connsiteX85" fmla="*/ 93477 w 518355"/>
              <a:gd name="connsiteY85" fmla="*/ 42269 h 407360"/>
              <a:gd name="connsiteX86" fmla="*/ 111908 w 518355"/>
              <a:gd name="connsiteY86" fmla="*/ 60708 h 407360"/>
              <a:gd name="connsiteX87" fmla="*/ 112317 w 518355"/>
              <a:gd name="connsiteY87" fmla="*/ 85293 h 407360"/>
              <a:gd name="connsiteX88" fmla="*/ 77504 w 518355"/>
              <a:gd name="connsiteY88" fmla="*/ 296727 h 407360"/>
              <a:gd name="connsiteX89" fmla="*/ 79961 w 518355"/>
              <a:gd name="connsiteY89" fmla="*/ 294268 h 407360"/>
              <a:gd name="connsiteX90" fmla="*/ 91020 w 518355"/>
              <a:gd name="connsiteY90" fmla="*/ 290990 h 407360"/>
              <a:gd name="connsiteX91" fmla="*/ 99621 w 518355"/>
              <a:gd name="connsiteY91" fmla="*/ 297956 h 407360"/>
              <a:gd name="connsiteX92" fmla="*/ 99621 w 518355"/>
              <a:gd name="connsiteY92" fmla="*/ 298366 h 407360"/>
              <a:gd name="connsiteX93" fmla="*/ 128700 w 518355"/>
              <a:gd name="connsiteY93" fmla="*/ 391380 h 407360"/>
              <a:gd name="connsiteX94" fmla="*/ 126243 w 518355"/>
              <a:gd name="connsiteY94" fmla="*/ 404082 h 407360"/>
              <a:gd name="connsiteX95" fmla="*/ 117642 w 518355"/>
              <a:gd name="connsiteY95" fmla="*/ 407360 h 407360"/>
              <a:gd name="connsiteX96" fmla="*/ 113546 w 518355"/>
              <a:gd name="connsiteY96" fmla="*/ 406951 h 407360"/>
              <a:gd name="connsiteX97" fmla="*/ 20574 w 518355"/>
              <a:gd name="connsiteY97" fmla="*/ 377448 h 407360"/>
              <a:gd name="connsiteX98" fmla="*/ 13202 w 518355"/>
              <a:gd name="connsiteY98" fmla="*/ 368434 h 407360"/>
              <a:gd name="connsiteX99" fmla="*/ 16478 w 518355"/>
              <a:gd name="connsiteY99" fmla="*/ 357780 h 407360"/>
              <a:gd name="connsiteX100" fmla="*/ 31632 w 518355"/>
              <a:gd name="connsiteY100" fmla="*/ 342619 h 407360"/>
              <a:gd name="connsiteX101" fmla="*/ 67265 w 518355"/>
              <a:gd name="connsiteY101" fmla="*/ 43088 h 407360"/>
              <a:gd name="connsiteX102" fmla="*/ 80371 w 518355"/>
              <a:gd name="connsiteY102" fmla="*/ 36942 h 407360"/>
              <a:gd name="connsiteX103" fmla="*/ 380514 w 518355"/>
              <a:gd name="connsiteY103" fmla="*/ 15748 h 407360"/>
              <a:gd name="connsiteX104" fmla="*/ 406777 w 518355"/>
              <a:gd name="connsiteY104" fmla="*/ 100126 h 407360"/>
              <a:gd name="connsiteX105" fmla="*/ 423602 w 518355"/>
              <a:gd name="connsiteY105" fmla="*/ 83742 h 407360"/>
              <a:gd name="connsiteX106" fmla="*/ 428526 w 518355"/>
              <a:gd name="connsiteY106" fmla="*/ 90296 h 407360"/>
              <a:gd name="connsiteX107" fmla="*/ 416626 w 518355"/>
              <a:gd name="connsiteY107" fmla="*/ 359814 h 407360"/>
              <a:gd name="connsiteX108" fmla="*/ 416626 w 518355"/>
              <a:gd name="connsiteY108" fmla="*/ 364729 h 407360"/>
              <a:gd name="connsiteX109" fmla="*/ 435502 w 518355"/>
              <a:gd name="connsiteY109" fmla="*/ 383161 h 407360"/>
              <a:gd name="connsiteX110" fmla="*/ 437964 w 518355"/>
              <a:gd name="connsiteY110" fmla="*/ 384390 h 407360"/>
              <a:gd name="connsiteX111" fmla="*/ 440426 w 518355"/>
              <a:gd name="connsiteY111" fmla="*/ 383161 h 407360"/>
              <a:gd name="connsiteX112" fmla="*/ 451096 w 518355"/>
              <a:gd name="connsiteY112" fmla="*/ 65310 h 407360"/>
              <a:gd name="connsiteX113" fmla="*/ 446992 w 518355"/>
              <a:gd name="connsiteY113" fmla="*/ 59985 h 407360"/>
              <a:gd name="connsiteX114" fmla="*/ 465048 w 518355"/>
              <a:gd name="connsiteY114" fmla="*/ 41962 h 407360"/>
              <a:gd name="connsiteX115" fmla="*/ 380925 w 518355"/>
              <a:gd name="connsiteY115" fmla="*/ 1002 h 407360"/>
              <a:gd name="connsiteX116" fmla="*/ 474076 w 518355"/>
              <a:gd name="connsiteY116" fmla="*/ 30084 h 407360"/>
              <a:gd name="connsiteX117" fmla="*/ 481052 w 518355"/>
              <a:gd name="connsiteY117" fmla="*/ 38686 h 407360"/>
              <a:gd name="connsiteX118" fmla="*/ 478179 w 518355"/>
              <a:gd name="connsiteY118" fmla="*/ 49745 h 407360"/>
              <a:gd name="connsiteX119" fmla="*/ 466279 w 518355"/>
              <a:gd name="connsiteY119" fmla="*/ 61214 h 407360"/>
              <a:gd name="connsiteX120" fmla="*/ 451096 w 518355"/>
              <a:gd name="connsiteY120" fmla="*/ 392582 h 407360"/>
              <a:gd name="connsiteX121" fmla="*/ 438375 w 518355"/>
              <a:gd name="connsiteY121" fmla="*/ 398317 h 407360"/>
              <a:gd name="connsiteX122" fmla="*/ 437554 w 518355"/>
              <a:gd name="connsiteY122" fmla="*/ 398317 h 407360"/>
              <a:gd name="connsiteX123" fmla="*/ 425243 w 518355"/>
              <a:gd name="connsiteY123" fmla="*/ 392992 h 407360"/>
              <a:gd name="connsiteX124" fmla="*/ 406777 w 518355"/>
              <a:gd name="connsiteY124" fmla="*/ 374969 h 407360"/>
              <a:gd name="connsiteX125" fmla="*/ 405956 w 518355"/>
              <a:gd name="connsiteY125" fmla="*/ 349984 h 407360"/>
              <a:gd name="connsiteX126" fmla="*/ 421960 w 518355"/>
              <a:gd name="connsiteY126" fmla="*/ 105451 h 407360"/>
              <a:gd name="connsiteX127" fmla="*/ 414164 w 518355"/>
              <a:gd name="connsiteY127" fmla="*/ 113233 h 407360"/>
              <a:gd name="connsiteX128" fmla="*/ 403494 w 518355"/>
              <a:gd name="connsiteY128" fmla="*/ 116510 h 407360"/>
              <a:gd name="connsiteX129" fmla="*/ 394877 w 518355"/>
              <a:gd name="connsiteY129" fmla="*/ 109547 h 407360"/>
              <a:gd name="connsiteX130" fmla="*/ 394467 w 518355"/>
              <a:gd name="connsiteY130" fmla="*/ 108728 h 407360"/>
              <a:gd name="connsiteX131" fmla="*/ 365331 w 518355"/>
              <a:gd name="connsiteY131" fmla="*/ 16157 h 407360"/>
              <a:gd name="connsiteX132" fmla="*/ 368204 w 518355"/>
              <a:gd name="connsiteY132" fmla="*/ 3460 h 407360"/>
              <a:gd name="connsiteX133" fmla="*/ 380925 w 518355"/>
              <a:gd name="connsiteY133" fmla="*/ 1002 h 40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</a:cxnLst>
            <a:rect l="l" t="t" r="r" b="b"/>
            <a:pathLst>
              <a:path w="518355" h="407360">
                <a:moveTo>
                  <a:pt x="256490" y="150903"/>
                </a:moveTo>
                <a:lnTo>
                  <a:pt x="261461" y="150903"/>
                </a:lnTo>
                <a:cubicBezTo>
                  <a:pt x="262704" y="150903"/>
                  <a:pt x="263946" y="152137"/>
                  <a:pt x="263946" y="153370"/>
                </a:cubicBezTo>
                <a:lnTo>
                  <a:pt x="263946" y="165292"/>
                </a:lnTo>
                <a:cubicBezTo>
                  <a:pt x="266432" y="165292"/>
                  <a:pt x="268503" y="166115"/>
                  <a:pt x="270989" y="166937"/>
                </a:cubicBezTo>
                <a:cubicBezTo>
                  <a:pt x="273474" y="168170"/>
                  <a:pt x="275545" y="169815"/>
                  <a:pt x="277617" y="172282"/>
                </a:cubicBezTo>
                <a:cubicBezTo>
                  <a:pt x="279274" y="174337"/>
                  <a:pt x="280931" y="177215"/>
                  <a:pt x="282173" y="180504"/>
                </a:cubicBezTo>
                <a:cubicBezTo>
                  <a:pt x="283002" y="182971"/>
                  <a:pt x="283830" y="186260"/>
                  <a:pt x="283830" y="189549"/>
                </a:cubicBezTo>
                <a:cubicBezTo>
                  <a:pt x="284245" y="190782"/>
                  <a:pt x="283416" y="192015"/>
                  <a:pt x="281759" y="192426"/>
                </a:cubicBezTo>
                <a:lnTo>
                  <a:pt x="274717" y="194482"/>
                </a:lnTo>
                <a:cubicBezTo>
                  <a:pt x="273060" y="194893"/>
                  <a:pt x="271403" y="193660"/>
                  <a:pt x="271403" y="192015"/>
                </a:cubicBezTo>
                <a:cubicBezTo>
                  <a:pt x="270989" y="189549"/>
                  <a:pt x="270574" y="187493"/>
                  <a:pt x="270160" y="185437"/>
                </a:cubicBezTo>
                <a:cubicBezTo>
                  <a:pt x="269332" y="182560"/>
                  <a:pt x="268089" y="180093"/>
                  <a:pt x="266018" y="178037"/>
                </a:cubicBezTo>
                <a:cubicBezTo>
                  <a:pt x="263946" y="176393"/>
                  <a:pt x="261461" y="175571"/>
                  <a:pt x="257318" y="175982"/>
                </a:cubicBezTo>
                <a:cubicBezTo>
                  <a:pt x="253590" y="176393"/>
                  <a:pt x="250690" y="177215"/>
                  <a:pt x="249033" y="179271"/>
                </a:cubicBezTo>
                <a:cubicBezTo>
                  <a:pt x="246548" y="180915"/>
                  <a:pt x="245719" y="183793"/>
                  <a:pt x="245719" y="187493"/>
                </a:cubicBezTo>
                <a:cubicBezTo>
                  <a:pt x="245719" y="190782"/>
                  <a:pt x="246134" y="193249"/>
                  <a:pt x="247376" y="195715"/>
                </a:cubicBezTo>
                <a:cubicBezTo>
                  <a:pt x="248205" y="197360"/>
                  <a:pt x="250276" y="199416"/>
                  <a:pt x="252762" y="201882"/>
                </a:cubicBezTo>
                <a:lnTo>
                  <a:pt x="270989" y="217916"/>
                </a:lnTo>
                <a:cubicBezTo>
                  <a:pt x="273060" y="219972"/>
                  <a:pt x="275545" y="222438"/>
                  <a:pt x="278031" y="225316"/>
                </a:cubicBezTo>
                <a:cubicBezTo>
                  <a:pt x="280102" y="228194"/>
                  <a:pt x="282588" y="231894"/>
                  <a:pt x="283830" y="235183"/>
                </a:cubicBezTo>
                <a:cubicBezTo>
                  <a:pt x="285073" y="238883"/>
                  <a:pt x="285902" y="242583"/>
                  <a:pt x="285902" y="247106"/>
                </a:cubicBezTo>
                <a:cubicBezTo>
                  <a:pt x="285902" y="252039"/>
                  <a:pt x="285073" y="256150"/>
                  <a:pt x="283002" y="259850"/>
                </a:cubicBezTo>
                <a:cubicBezTo>
                  <a:pt x="281345" y="263550"/>
                  <a:pt x="278859" y="266017"/>
                  <a:pt x="275545" y="268073"/>
                </a:cubicBezTo>
                <a:cubicBezTo>
                  <a:pt x="272231" y="270540"/>
                  <a:pt x="268503" y="271773"/>
                  <a:pt x="263946" y="272184"/>
                </a:cubicBezTo>
                <a:lnTo>
                  <a:pt x="263946" y="281229"/>
                </a:lnTo>
                <a:lnTo>
                  <a:pt x="263946" y="283695"/>
                </a:lnTo>
                <a:cubicBezTo>
                  <a:pt x="263946" y="284929"/>
                  <a:pt x="262704" y="286162"/>
                  <a:pt x="261461" y="286162"/>
                </a:cubicBezTo>
                <a:lnTo>
                  <a:pt x="256490" y="286162"/>
                </a:lnTo>
                <a:cubicBezTo>
                  <a:pt x="255661" y="286162"/>
                  <a:pt x="254419" y="284929"/>
                  <a:pt x="254419" y="283695"/>
                </a:cubicBezTo>
                <a:lnTo>
                  <a:pt x="254419" y="271773"/>
                </a:lnTo>
                <a:cubicBezTo>
                  <a:pt x="247791" y="270540"/>
                  <a:pt x="242819" y="268073"/>
                  <a:pt x="239505" y="263550"/>
                </a:cubicBezTo>
                <a:cubicBezTo>
                  <a:pt x="235363" y="258617"/>
                  <a:pt x="232877" y="251628"/>
                  <a:pt x="232463" y="244228"/>
                </a:cubicBezTo>
                <a:cubicBezTo>
                  <a:pt x="232049" y="242583"/>
                  <a:pt x="232877" y="241350"/>
                  <a:pt x="234534" y="241350"/>
                </a:cubicBezTo>
                <a:lnTo>
                  <a:pt x="241991" y="238883"/>
                </a:lnTo>
                <a:cubicBezTo>
                  <a:pt x="243648" y="238472"/>
                  <a:pt x="245305" y="239705"/>
                  <a:pt x="245719" y="241350"/>
                </a:cubicBezTo>
                <a:cubicBezTo>
                  <a:pt x="246134" y="243817"/>
                  <a:pt x="246548" y="246694"/>
                  <a:pt x="247376" y="249161"/>
                </a:cubicBezTo>
                <a:cubicBezTo>
                  <a:pt x="248205" y="252450"/>
                  <a:pt x="249448" y="255328"/>
                  <a:pt x="251933" y="257384"/>
                </a:cubicBezTo>
                <a:cubicBezTo>
                  <a:pt x="253590" y="259850"/>
                  <a:pt x="256490" y="260673"/>
                  <a:pt x="260218" y="260673"/>
                </a:cubicBezTo>
                <a:cubicBezTo>
                  <a:pt x="264361" y="260673"/>
                  <a:pt x="267260" y="259850"/>
                  <a:pt x="269332" y="257384"/>
                </a:cubicBezTo>
                <a:cubicBezTo>
                  <a:pt x="270989" y="255328"/>
                  <a:pt x="271817" y="252450"/>
                  <a:pt x="271817" y="248339"/>
                </a:cubicBezTo>
                <a:cubicBezTo>
                  <a:pt x="271817" y="243406"/>
                  <a:pt x="270989" y="240117"/>
                  <a:pt x="268917" y="236828"/>
                </a:cubicBezTo>
                <a:cubicBezTo>
                  <a:pt x="266846" y="233950"/>
                  <a:pt x="263946" y="230661"/>
                  <a:pt x="260632" y="228194"/>
                </a:cubicBezTo>
                <a:lnTo>
                  <a:pt x="242405" y="212160"/>
                </a:lnTo>
                <a:cubicBezTo>
                  <a:pt x="240334" y="210516"/>
                  <a:pt x="238677" y="208049"/>
                  <a:pt x="237020" y="205993"/>
                </a:cubicBezTo>
                <a:cubicBezTo>
                  <a:pt x="235363" y="203527"/>
                  <a:pt x="234120" y="201060"/>
                  <a:pt x="233706" y="198182"/>
                </a:cubicBezTo>
                <a:cubicBezTo>
                  <a:pt x="232877" y="195715"/>
                  <a:pt x="232463" y="192426"/>
                  <a:pt x="232463" y="188726"/>
                </a:cubicBezTo>
                <a:cubicBezTo>
                  <a:pt x="232463" y="181326"/>
                  <a:pt x="234534" y="175571"/>
                  <a:pt x="239091" y="171459"/>
                </a:cubicBezTo>
                <a:cubicBezTo>
                  <a:pt x="242405" y="167348"/>
                  <a:pt x="247791" y="165292"/>
                  <a:pt x="254419" y="164881"/>
                </a:cubicBezTo>
                <a:lnTo>
                  <a:pt x="254419" y="153370"/>
                </a:lnTo>
                <a:cubicBezTo>
                  <a:pt x="254419" y="152137"/>
                  <a:pt x="255661" y="150903"/>
                  <a:pt x="256490" y="150903"/>
                </a:cubicBezTo>
                <a:close/>
                <a:moveTo>
                  <a:pt x="259675" y="121861"/>
                </a:moveTo>
                <a:cubicBezTo>
                  <a:pt x="207424" y="121861"/>
                  <a:pt x="165047" y="164159"/>
                  <a:pt x="165047" y="216723"/>
                </a:cubicBezTo>
                <a:cubicBezTo>
                  <a:pt x="165047" y="268876"/>
                  <a:pt x="207424" y="311174"/>
                  <a:pt x="259675" y="311174"/>
                </a:cubicBezTo>
                <a:cubicBezTo>
                  <a:pt x="312337" y="311174"/>
                  <a:pt x="354714" y="268876"/>
                  <a:pt x="354714" y="216723"/>
                </a:cubicBezTo>
                <a:cubicBezTo>
                  <a:pt x="354714" y="164159"/>
                  <a:pt x="312337" y="121861"/>
                  <a:pt x="259675" y="121861"/>
                </a:cubicBezTo>
                <a:close/>
                <a:moveTo>
                  <a:pt x="259675" y="107488"/>
                </a:moveTo>
                <a:cubicBezTo>
                  <a:pt x="320154" y="107488"/>
                  <a:pt x="369114" y="156356"/>
                  <a:pt x="369114" y="216723"/>
                </a:cubicBezTo>
                <a:cubicBezTo>
                  <a:pt x="369114" y="276679"/>
                  <a:pt x="320154" y="325958"/>
                  <a:pt x="259675" y="325958"/>
                </a:cubicBezTo>
                <a:cubicBezTo>
                  <a:pt x="199606" y="325958"/>
                  <a:pt x="150647" y="276679"/>
                  <a:pt x="150647" y="216723"/>
                </a:cubicBezTo>
                <a:cubicBezTo>
                  <a:pt x="150647" y="156356"/>
                  <a:pt x="199606" y="107488"/>
                  <a:pt x="259675" y="107488"/>
                </a:cubicBezTo>
                <a:close/>
                <a:moveTo>
                  <a:pt x="258977" y="79828"/>
                </a:moveTo>
                <a:cubicBezTo>
                  <a:pt x="183105" y="79828"/>
                  <a:pt x="121177" y="141756"/>
                  <a:pt x="121177" y="217628"/>
                </a:cubicBezTo>
                <a:cubicBezTo>
                  <a:pt x="121177" y="293500"/>
                  <a:pt x="183105" y="355018"/>
                  <a:pt x="258977" y="355018"/>
                </a:cubicBezTo>
                <a:cubicBezTo>
                  <a:pt x="334849" y="355018"/>
                  <a:pt x="396777" y="293500"/>
                  <a:pt x="396777" y="217628"/>
                </a:cubicBezTo>
                <a:cubicBezTo>
                  <a:pt x="396777" y="141756"/>
                  <a:pt x="334849" y="79828"/>
                  <a:pt x="258977" y="79828"/>
                </a:cubicBezTo>
                <a:close/>
                <a:moveTo>
                  <a:pt x="258977" y="65884"/>
                </a:moveTo>
                <a:cubicBezTo>
                  <a:pt x="343051" y="65884"/>
                  <a:pt x="410721" y="133964"/>
                  <a:pt x="410721" y="217628"/>
                </a:cubicBezTo>
                <a:cubicBezTo>
                  <a:pt x="410721" y="301292"/>
                  <a:pt x="343051" y="369372"/>
                  <a:pt x="258977" y="369372"/>
                </a:cubicBezTo>
                <a:cubicBezTo>
                  <a:pt x="175313" y="369372"/>
                  <a:pt x="107233" y="301292"/>
                  <a:pt x="107233" y="217628"/>
                </a:cubicBezTo>
                <a:cubicBezTo>
                  <a:pt x="107233" y="133964"/>
                  <a:pt x="175313" y="65884"/>
                  <a:pt x="258977" y="65884"/>
                </a:cubicBezTo>
                <a:close/>
                <a:moveTo>
                  <a:pt x="80781" y="51284"/>
                </a:moveTo>
                <a:cubicBezTo>
                  <a:pt x="79961" y="51284"/>
                  <a:pt x="78733" y="51284"/>
                  <a:pt x="77914" y="52513"/>
                </a:cubicBezTo>
                <a:cubicBezTo>
                  <a:pt x="6649" y="130366"/>
                  <a:pt x="-6458" y="249195"/>
                  <a:pt x="46786" y="340161"/>
                </a:cubicBezTo>
                <a:lnTo>
                  <a:pt x="49653" y="345078"/>
                </a:lnTo>
                <a:lnTo>
                  <a:pt x="29175" y="365156"/>
                </a:lnTo>
                <a:lnTo>
                  <a:pt x="113956" y="391790"/>
                </a:lnTo>
                <a:lnTo>
                  <a:pt x="87743" y="306971"/>
                </a:lnTo>
                <a:lnTo>
                  <a:pt x="73818" y="320902"/>
                </a:lnTo>
                <a:lnTo>
                  <a:pt x="69313" y="311888"/>
                </a:lnTo>
                <a:cubicBezTo>
                  <a:pt x="30813" y="234444"/>
                  <a:pt x="43919" y="139791"/>
                  <a:pt x="102078" y="75459"/>
                </a:cubicBezTo>
                <a:cubicBezTo>
                  <a:pt x="103307" y="74230"/>
                  <a:pt x="103307" y="72181"/>
                  <a:pt x="101669" y="70952"/>
                </a:cubicBezTo>
                <a:lnTo>
                  <a:pt x="83238" y="52103"/>
                </a:lnTo>
                <a:cubicBezTo>
                  <a:pt x="82419" y="51284"/>
                  <a:pt x="81190" y="51284"/>
                  <a:pt x="80781" y="51284"/>
                </a:cubicBezTo>
                <a:close/>
                <a:moveTo>
                  <a:pt x="80371" y="36942"/>
                </a:moveTo>
                <a:cubicBezTo>
                  <a:pt x="85286" y="36942"/>
                  <a:pt x="89791" y="38991"/>
                  <a:pt x="93477" y="42269"/>
                </a:cubicBezTo>
                <a:lnTo>
                  <a:pt x="111908" y="60708"/>
                </a:lnTo>
                <a:cubicBezTo>
                  <a:pt x="118461" y="67264"/>
                  <a:pt x="118870" y="78327"/>
                  <a:pt x="112317" y="85293"/>
                </a:cubicBezTo>
                <a:cubicBezTo>
                  <a:pt x="60712" y="142249"/>
                  <a:pt x="47196" y="226249"/>
                  <a:pt x="77504" y="296727"/>
                </a:cubicBezTo>
                <a:lnTo>
                  <a:pt x="79961" y="294268"/>
                </a:lnTo>
                <a:cubicBezTo>
                  <a:pt x="82828" y="291400"/>
                  <a:pt x="86924" y="290171"/>
                  <a:pt x="91020" y="290990"/>
                </a:cubicBezTo>
                <a:cubicBezTo>
                  <a:pt x="95115" y="291810"/>
                  <a:pt x="97982" y="294268"/>
                  <a:pt x="99621" y="297956"/>
                </a:cubicBezTo>
                <a:lnTo>
                  <a:pt x="99621" y="298366"/>
                </a:lnTo>
                <a:lnTo>
                  <a:pt x="128700" y="391380"/>
                </a:lnTo>
                <a:cubicBezTo>
                  <a:pt x="130338" y="395478"/>
                  <a:pt x="129519" y="400804"/>
                  <a:pt x="126243" y="404082"/>
                </a:cubicBezTo>
                <a:cubicBezTo>
                  <a:pt x="123785" y="406131"/>
                  <a:pt x="120509" y="407360"/>
                  <a:pt x="117642" y="407360"/>
                </a:cubicBezTo>
                <a:cubicBezTo>
                  <a:pt x="116003" y="407360"/>
                  <a:pt x="114775" y="406951"/>
                  <a:pt x="113546" y="406951"/>
                </a:cubicBezTo>
                <a:lnTo>
                  <a:pt x="20574" y="377448"/>
                </a:lnTo>
                <a:cubicBezTo>
                  <a:pt x="16888" y="375809"/>
                  <a:pt x="14021" y="372531"/>
                  <a:pt x="13202" y="368434"/>
                </a:cubicBezTo>
                <a:cubicBezTo>
                  <a:pt x="12383" y="364746"/>
                  <a:pt x="13611" y="361058"/>
                  <a:pt x="16478" y="357780"/>
                </a:cubicBezTo>
                <a:lnTo>
                  <a:pt x="31632" y="342619"/>
                </a:lnTo>
                <a:cubicBezTo>
                  <a:pt x="-21202" y="246737"/>
                  <a:pt x="-6867" y="124220"/>
                  <a:pt x="67265" y="43088"/>
                </a:cubicBezTo>
                <a:cubicBezTo>
                  <a:pt x="70541" y="39401"/>
                  <a:pt x="75456" y="36942"/>
                  <a:pt x="80371" y="36942"/>
                </a:cubicBezTo>
                <a:close/>
                <a:moveTo>
                  <a:pt x="380514" y="15748"/>
                </a:moveTo>
                <a:lnTo>
                  <a:pt x="406777" y="100126"/>
                </a:lnTo>
                <a:lnTo>
                  <a:pt x="423602" y="83742"/>
                </a:lnTo>
                <a:lnTo>
                  <a:pt x="428526" y="90296"/>
                </a:lnTo>
                <a:cubicBezTo>
                  <a:pt x="490080" y="171397"/>
                  <a:pt x="484745" y="284447"/>
                  <a:pt x="416626" y="359814"/>
                </a:cubicBezTo>
                <a:cubicBezTo>
                  <a:pt x="415395" y="361452"/>
                  <a:pt x="415395" y="363091"/>
                  <a:pt x="416626" y="364729"/>
                </a:cubicBezTo>
                <a:lnTo>
                  <a:pt x="435502" y="383161"/>
                </a:lnTo>
                <a:cubicBezTo>
                  <a:pt x="436323" y="383981"/>
                  <a:pt x="437554" y="384390"/>
                  <a:pt x="437964" y="384390"/>
                </a:cubicBezTo>
                <a:cubicBezTo>
                  <a:pt x="438785" y="384390"/>
                  <a:pt x="439606" y="383981"/>
                  <a:pt x="440426" y="383161"/>
                </a:cubicBezTo>
                <a:cubicBezTo>
                  <a:pt x="521267" y="294687"/>
                  <a:pt x="525781" y="158290"/>
                  <a:pt x="451096" y="65310"/>
                </a:cubicBezTo>
                <a:lnTo>
                  <a:pt x="446992" y="59985"/>
                </a:lnTo>
                <a:lnTo>
                  <a:pt x="465048" y="41962"/>
                </a:lnTo>
                <a:close/>
                <a:moveTo>
                  <a:pt x="380925" y="1002"/>
                </a:moveTo>
                <a:lnTo>
                  <a:pt x="474076" y="30084"/>
                </a:lnTo>
                <a:cubicBezTo>
                  <a:pt x="477769" y="31313"/>
                  <a:pt x="480641" y="34999"/>
                  <a:pt x="481052" y="38686"/>
                </a:cubicBezTo>
                <a:cubicBezTo>
                  <a:pt x="482283" y="42782"/>
                  <a:pt x="481052" y="46468"/>
                  <a:pt x="478179" y="49745"/>
                </a:cubicBezTo>
                <a:lnTo>
                  <a:pt x="466279" y="61214"/>
                </a:lnTo>
                <a:cubicBezTo>
                  <a:pt x="540964" y="159518"/>
                  <a:pt x="534808" y="300831"/>
                  <a:pt x="451096" y="392582"/>
                </a:cubicBezTo>
                <a:cubicBezTo>
                  <a:pt x="447813" y="396269"/>
                  <a:pt x="443299" y="398317"/>
                  <a:pt x="438375" y="398317"/>
                </a:cubicBezTo>
                <a:cubicBezTo>
                  <a:pt x="437964" y="398317"/>
                  <a:pt x="437964" y="398317"/>
                  <a:pt x="437554" y="398317"/>
                </a:cubicBezTo>
                <a:cubicBezTo>
                  <a:pt x="433040" y="398317"/>
                  <a:pt x="428526" y="396269"/>
                  <a:pt x="425243" y="392992"/>
                </a:cubicBezTo>
                <a:lnTo>
                  <a:pt x="406777" y="374969"/>
                </a:lnTo>
                <a:cubicBezTo>
                  <a:pt x="399801" y="368006"/>
                  <a:pt x="399801" y="357356"/>
                  <a:pt x="405956" y="349984"/>
                </a:cubicBezTo>
                <a:cubicBezTo>
                  <a:pt x="467920" y="281990"/>
                  <a:pt x="474076" y="180408"/>
                  <a:pt x="421960" y="105451"/>
                </a:cubicBezTo>
                <a:lnTo>
                  <a:pt x="414164" y="113233"/>
                </a:lnTo>
                <a:cubicBezTo>
                  <a:pt x="411291" y="116101"/>
                  <a:pt x="407188" y="117329"/>
                  <a:pt x="403494" y="116510"/>
                </a:cubicBezTo>
                <a:cubicBezTo>
                  <a:pt x="399391" y="115691"/>
                  <a:pt x="396518" y="112824"/>
                  <a:pt x="394877" y="109547"/>
                </a:cubicBezTo>
                <a:lnTo>
                  <a:pt x="394467" y="108728"/>
                </a:lnTo>
                <a:lnTo>
                  <a:pt x="365331" y="16157"/>
                </a:lnTo>
                <a:cubicBezTo>
                  <a:pt x="364100" y="11652"/>
                  <a:pt x="364921" y="6737"/>
                  <a:pt x="368204" y="3460"/>
                </a:cubicBezTo>
                <a:cubicBezTo>
                  <a:pt x="371487" y="183"/>
                  <a:pt x="376411" y="-1046"/>
                  <a:pt x="380925" y="100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9" name="Freeform 43">
            <a:extLst>
              <a:ext uri="{FF2B5EF4-FFF2-40B4-BE49-F238E27FC236}">
                <a16:creationId xmlns:a16="http://schemas.microsoft.com/office/drawing/2014/main" id="{978DF2AE-1025-CFEE-9BF1-ED3FDB3C3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740" y="4010591"/>
            <a:ext cx="894231" cy="842951"/>
          </a:xfrm>
          <a:custGeom>
            <a:avLst/>
            <a:gdLst>
              <a:gd name="connsiteX0" fmla="*/ 64000 w 547693"/>
              <a:gd name="connsiteY0" fmla="*/ 356638 h 516285"/>
              <a:gd name="connsiteX1" fmla="*/ 59487 w 547693"/>
              <a:gd name="connsiteY1" fmla="*/ 360753 h 516285"/>
              <a:gd name="connsiteX2" fmla="*/ 59487 w 547693"/>
              <a:gd name="connsiteY2" fmla="*/ 498180 h 516285"/>
              <a:gd name="connsiteX3" fmla="*/ 64000 w 547693"/>
              <a:gd name="connsiteY3" fmla="*/ 501884 h 516285"/>
              <a:gd name="connsiteX4" fmla="*/ 148513 w 547693"/>
              <a:gd name="connsiteY4" fmla="*/ 501884 h 516285"/>
              <a:gd name="connsiteX5" fmla="*/ 152205 w 547693"/>
              <a:gd name="connsiteY5" fmla="*/ 498180 h 516285"/>
              <a:gd name="connsiteX6" fmla="*/ 152205 w 547693"/>
              <a:gd name="connsiteY6" fmla="*/ 360753 h 516285"/>
              <a:gd name="connsiteX7" fmla="*/ 148513 w 547693"/>
              <a:gd name="connsiteY7" fmla="*/ 356638 h 516285"/>
              <a:gd name="connsiteX8" fmla="*/ 37368 w 547693"/>
              <a:gd name="connsiteY8" fmla="*/ 301436 h 516285"/>
              <a:gd name="connsiteX9" fmla="*/ 44810 w 547693"/>
              <a:gd name="connsiteY9" fmla="*/ 308465 h 516285"/>
              <a:gd name="connsiteX10" fmla="*/ 44810 w 547693"/>
              <a:gd name="connsiteY10" fmla="*/ 315907 h 516285"/>
              <a:gd name="connsiteX11" fmla="*/ 51839 w 547693"/>
              <a:gd name="connsiteY11" fmla="*/ 315907 h 516285"/>
              <a:gd name="connsiteX12" fmla="*/ 59282 w 547693"/>
              <a:gd name="connsiteY12" fmla="*/ 322936 h 516285"/>
              <a:gd name="connsiteX13" fmla="*/ 51839 w 547693"/>
              <a:gd name="connsiteY13" fmla="*/ 330379 h 516285"/>
              <a:gd name="connsiteX14" fmla="*/ 44810 w 547693"/>
              <a:gd name="connsiteY14" fmla="*/ 330379 h 516285"/>
              <a:gd name="connsiteX15" fmla="*/ 44810 w 547693"/>
              <a:gd name="connsiteY15" fmla="*/ 337408 h 516285"/>
              <a:gd name="connsiteX16" fmla="*/ 37368 w 547693"/>
              <a:gd name="connsiteY16" fmla="*/ 344437 h 516285"/>
              <a:gd name="connsiteX17" fmla="*/ 30339 w 547693"/>
              <a:gd name="connsiteY17" fmla="*/ 337408 h 516285"/>
              <a:gd name="connsiteX18" fmla="*/ 30339 w 547693"/>
              <a:gd name="connsiteY18" fmla="*/ 330379 h 516285"/>
              <a:gd name="connsiteX19" fmla="*/ 23310 w 547693"/>
              <a:gd name="connsiteY19" fmla="*/ 330379 h 516285"/>
              <a:gd name="connsiteX20" fmla="*/ 16281 w 547693"/>
              <a:gd name="connsiteY20" fmla="*/ 322936 h 516285"/>
              <a:gd name="connsiteX21" fmla="*/ 23310 w 547693"/>
              <a:gd name="connsiteY21" fmla="*/ 315907 h 516285"/>
              <a:gd name="connsiteX22" fmla="*/ 30339 w 547693"/>
              <a:gd name="connsiteY22" fmla="*/ 315907 h 516285"/>
              <a:gd name="connsiteX23" fmla="*/ 30339 w 547693"/>
              <a:gd name="connsiteY23" fmla="*/ 308465 h 516285"/>
              <a:gd name="connsiteX24" fmla="*/ 37368 w 547693"/>
              <a:gd name="connsiteY24" fmla="*/ 301436 h 516285"/>
              <a:gd name="connsiteX25" fmla="*/ 233436 w 547693"/>
              <a:gd name="connsiteY25" fmla="*/ 295742 h 516285"/>
              <a:gd name="connsiteX26" fmla="*/ 227282 w 547693"/>
              <a:gd name="connsiteY26" fmla="*/ 301503 h 516285"/>
              <a:gd name="connsiteX27" fmla="*/ 227282 w 547693"/>
              <a:gd name="connsiteY27" fmla="*/ 496123 h 516285"/>
              <a:gd name="connsiteX28" fmla="*/ 233436 w 547693"/>
              <a:gd name="connsiteY28" fmla="*/ 501884 h 516285"/>
              <a:gd name="connsiteX29" fmla="*/ 314257 w 547693"/>
              <a:gd name="connsiteY29" fmla="*/ 501884 h 516285"/>
              <a:gd name="connsiteX30" fmla="*/ 320000 w 547693"/>
              <a:gd name="connsiteY30" fmla="*/ 496123 h 516285"/>
              <a:gd name="connsiteX31" fmla="*/ 320000 w 547693"/>
              <a:gd name="connsiteY31" fmla="*/ 301503 h 516285"/>
              <a:gd name="connsiteX32" fmla="*/ 314257 w 547693"/>
              <a:gd name="connsiteY32" fmla="*/ 295742 h 516285"/>
              <a:gd name="connsiteX33" fmla="*/ 402462 w 547693"/>
              <a:gd name="connsiteY33" fmla="*/ 234435 h 516285"/>
              <a:gd name="connsiteX34" fmla="*/ 395077 w 547693"/>
              <a:gd name="connsiteY34" fmla="*/ 242253 h 516285"/>
              <a:gd name="connsiteX35" fmla="*/ 395077 w 547693"/>
              <a:gd name="connsiteY35" fmla="*/ 494477 h 516285"/>
              <a:gd name="connsiteX36" fmla="*/ 402462 w 547693"/>
              <a:gd name="connsiteY36" fmla="*/ 501884 h 516285"/>
              <a:gd name="connsiteX37" fmla="*/ 480001 w 547693"/>
              <a:gd name="connsiteY37" fmla="*/ 501884 h 516285"/>
              <a:gd name="connsiteX38" fmla="*/ 487385 w 547693"/>
              <a:gd name="connsiteY38" fmla="*/ 494477 h 516285"/>
              <a:gd name="connsiteX39" fmla="*/ 487385 w 547693"/>
              <a:gd name="connsiteY39" fmla="*/ 242253 h 516285"/>
              <a:gd name="connsiteX40" fmla="*/ 480001 w 547693"/>
              <a:gd name="connsiteY40" fmla="*/ 234435 h 516285"/>
              <a:gd name="connsiteX41" fmla="*/ 402462 w 547693"/>
              <a:gd name="connsiteY41" fmla="*/ 220034 h 516285"/>
              <a:gd name="connsiteX42" fmla="*/ 480001 w 547693"/>
              <a:gd name="connsiteY42" fmla="*/ 220034 h 516285"/>
              <a:gd name="connsiteX43" fmla="*/ 501744 w 547693"/>
              <a:gd name="connsiteY43" fmla="*/ 242253 h 516285"/>
              <a:gd name="connsiteX44" fmla="*/ 501744 w 547693"/>
              <a:gd name="connsiteY44" fmla="*/ 494477 h 516285"/>
              <a:gd name="connsiteX45" fmla="*/ 500103 w 547693"/>
              <a:gd name="connsiteY45" fmla="*/ 501884 h 516285"/>
              <a:gd name="connsiteX46" fmla="*/ 540308 w 547693"/>
              <a:gd name="connsiteY46" fmla="*/ 501884 h 516285"/>
              <a:gd name="connsiteX47" fmla="*/ 547693 w 547693"/>
              <a:gd name="connsiteY47" fmla="*/ 509290 h 516285"/>
              <a:gd name="connsiteX48" fmla="*/ 540308 w 547693"/>
              <a:gd name="connsiteY48" fmla="*/ 516285 h 516285"/>
              <a:gd name="connsiteX49" fmla="*/ 480001 w 547693"/>
              <a:gd name="connsiteY49" fmla="*/ 516285 h 516285"/>
              <a:gd name="connsiteX50" fmla="*/ 402462 w 547693"/>
              <a:gd name="connsiteY50" fmla="*/ 516285 h 516285"/>
              <a:gd name="connsiteX51" fmla="*/ 314257 w 547693"/>
              <a:gd name="connsiteY51" fmla="*/ 516285 h 516285"/>
              <a:gd name="connsiteX52" fmla="*/ 233436 w 547693"/>
              <a:gd name="connsiteY52" fmla="*/ 516285 h 516285"/>
              <a:gd name="connsiteX53" fmla="*/ 148513 w 547693"/>
              <a:gd name="connsiteY53" fmla="*/ 516285 h 516285"/>
              <a:gd name="connsiteX54" fmla="*/ 64000 w 547693"/>
              <a:gd name="connsiteY54" fmla="*/ 516285 h 516285"/>
              <a:gd name="connsiteX55" fmla="*/ 6974 w 547693"/>
              <a:gd name="connsiteY55" fmla="*/ 516285 h 516285"/>
              <a:gd name="connsiteX56" fmla="*/ 0 w 547693"/>
              <a:gd name="connsiteY56" fmla="*/ 509290 h 516285"/>
              <a:gd name="connsiteX57" fmla="*/ 6974 w 547693"/>
              <a:gd name="connsiteY57" fmla="*/ 501884 h 516285"/>
              <a:gd name="connsiteX58" fmla="*/ 45949 w 547693"/>
              <a:gd name="connsiteY58" fmla="*/ 501884 h 516285"/>
              <a:gd name="connsiteX59" fmla="*/ 45539 w 547693"/>
              <a:gd name="connsiteY59" fmla="*/ 498180 h 516285"/>
              <a:gd name="connsiteX60" fmla="*/ 45539 w 547693"/>
              <a:gd name="connsiteY60" fmla="*/ 360753 h 516285"/>
              <a:gd name="connsiteX61" fmla="*/ 64000 w 547693"/>
              <a:gd name="connsiteY61" fmla="*/ 342237 h 516285"/>
              <a:gd name="connsiteX62" fmla="*/ 148513 w 547693"/>
              <a:gd name="connsiteY62" fmla="*/ 342237 h 516285"/>
              <a:gd name="connsiteX63" fmla="*/ 166564 w 547693"/>
              <a:gd name="connsiteY63" fmla="*/ 360753 h 516285"/>
              <a:gd name="connsiteX64" fmla="*/ 166564 w 547693"/>
              <a:gd name="connsiteY64" fmla="*/ 498180 h 516285"/>
              <a:gd name="connsiteX65" fmla="*/ 165744 w 547693"/>
              <a:gd name="connsiteY65" fmla="*/ 501884 h 516285"/>
              <a:gd name="connsiteX66" fmla="*/ 214154 w 547693"/>
              <a:gd name="connsiteY66" fmla="*/ 501884 h 516285"/>
              <a:gd name="connsiteX67" fmla="*/ 213334 w 547693"/>
              <a:gd name="connsiteY67" fmla="*/ 496123 h 516285"/>
              <a:gd name="connsiteX68" fmla="*/ 213334 w 547693"/>
              <a:gd name="connsiteY68" fmla="*/ 301503 h 516285"/>
              <a:gd name="connsiteX69" fmla="*/ 233436 w 547693"/>
              <a:gd name="connsiteY69" fmla="*/ 281341 h 516285"/>
              <a:gd name="connsiteX70" fmla="*/ 314257 w 547693"/>
              <a:gd name="connsiteY70" fmla="*/ 281341 h 516285"/>
              <a:gd name="connsiteX71" fmla="*/ 333949 w 547693"/>
              <a:gd name="connsiteY71" fmla="*/ 301503 h 516285"/>
              <a:gd name="connsiteX72" fmla="*/ 333949 w 547693"/>
              <a:gd name="connsiteY72" fmla="*/ 496123 h 516285"/>
              <a:gd name="connsiteX73" fmla="*/ 333129 w 547693"/>
              <a:gd name="connsiteY73" fmla="*/ 501884 h 516285"/>
              <a:gd name="connsiteX74" fmla="*/ 381949 w 547693"/>
              <a:gd name="connsiteY74" fmla="*/ 501884 h 516285"/>
              <a:gd name="connsiteX75" fmla="*/ 380718 w 547693"/>
              <a:gd name="connsiteY75" fmla="*/ 494477 h 516285"/>
              <a:gd name="connsiteX76" fmla="*/ 380718 w 547693"/>
              <a:gd name="connsiteY76" fmla="*/ 242253 h 516285"/>
              <a:gd name="connsiteX77" fmla="*/ 402462 w 547693"/>
              <a:gd name="connsiteY77" fmla="*/ 220034 h 516285"/>
              <a:gd name="connsiteX78" fmla="*/ 486184 w 547693"/>
              <a:gd name="connsiteY78" fmla="*/ 127780 h 516285"/>
              <a:gd name="connsiteX79" fmla="*/ 493249 w 547693"/>
              <a:gd name="connsiteY79" fmla="*/ 134731 h 516285"/>
              <a:gd name="connsiteX80" fmla="*/ 493249 w 547693"/>
              <a:gd name="connsiteY80" fmla="*/ 150267 h 516285"/>
              <a:gd name="connsiteX81" fmla="*/ 509455 w 547693"/>
              <a:gd name="connsiteY81" fmla="*/ 150267 h 516285"/>
              <a:gd name="connsiteX82" fmla="*/ 516936 w 547693"/>
              <a:gd name="connsiteY82" fmla="*/ 157627 h 516285"/>
              <a:gd name="connsiteX83" fmla="*/ 509455 w 547693"/>
              <a:gd name="connsiteY83" fmla="*/ 164578 h 516285"/>
              <a:gd name="connsiteX84" fmla="*/ 493249 w 547693"/>
              <a:gd name="connsiteY84" fmla="*/ 164578 h 516285"/>
              <a:gd name="connsiteX85" fmla="*/ 493249 w 547693"/>
              <a:gd name="connsiteY85" fmla="*/ 180114 h 516285"/>
              <a:gd name="connsiteX86" fmla="*/ 486184 w 547693"/>
              <a:gd name="connsiteY86" fmla="*/ 187065 h 516285"/>
              <a:gd name="connsiteX87" fmla="*/ 479120 w 547693"/>
              <a:gd name="connsiteY87" fmla="*/ 180114 h 516285"/>
              <a:gd name="connsiteX88" fmla="*/ 479120 w 547693"/>
              <a:gd name="connsiteY88" fmla="*/ 164578 h 516285"/>
              <a:gd name="connsiteX89" fmla="*/ 462913 w 547693"/>
              <a:gd name="connsiteY89" fmla="*/ 164578 h 516285"/>
              <a:gd name="connsiteX90" fmla="*/ 455848 w 547693"/>
              <a:gd name="connsiteY90" fmla="*/ 157627 h 516285"/>
              <a:gd name="connsiteX91" fmla="*/ 462913 w 547693"/>
              <a:gd name="connsiteY91" fmla="*/ 150267 h 516285"/>
              <a:gd name="connsiteX92" fmla="*/ 479120 w 547693"/>
              <a:gd name="connsiteY92" fmla="*/ 150267 h 516285"/>
              <a:gd name="connsiteX93" fmla="*/ 479120 w 547693"/>
              <a:gd name="connsiteY93" fmla="*/ 134731 h 516285"/>
              <a:gd name="connsiteX94" fmla="*/ 486184 w 547693"/>
              <a:gd name="connsiteY94" fmla="*/ 127780 h 516285"/>
              <a:gd name="connsiteX95" fmla="*/ 480398 w 547693"/>
              <a:gd name="connsiteY95" fmla="*/ 14542 h 516285"/>
              <a:gd name="connsiteX96" fmla="*/ 400146 w 547693"/>
              <a:gd name="connsiteY96" fmla="*/ 36721 h 516285"/>
              <a:gd name="connsiteX97" fmla="*/ 417343 w 547693"/>
              <a:gd name="connsiteY97" fmla="*/ 47810 h 516285"/>
              <a:gd name="connsiteX98" fmla="*/ 423075 w 547693"/>
              <a:gd name="connsiteY98" fmla="*/ 56024 h 516285"/>
              <a:gd name="connsiteX99" fmla="*/ 420619 w 547693"/>
              <a:gd name="connsiteY99" fmla="*/ 65470 h 516285"/>
              <a:gd name="connsiteX100" fmla="*/ 324808 w 547693"/>
              <a:gd name="connsiteY100" fmla="*/ 187451 h 516285"/>
              <a:gd name="connsiteX101" fmla="*/ 299832 w 547693"/>
              <a:gd name="connsiteY101" fmla="*/ 191969 h 516285"/>
              <a:gd name="connsiteX102" fmla="*/ 222856 w 547693"/>
              <a:gd name="connsiteY102" fmla="*/ 141862 h 516285"/>
              <a:gd name="connsiteX103" fmla="*/ 207707 w 547693"/>
              <a:gd name="connsiteY103" fmla="*/ 138166 h 516285"/>
              <a:gd name="connsiteX104" fmla="*/ 180684 w 547693"/>
              <a:gd name="connsiteY104" fmla="*/ 150898 h 516285"/>
              <a:gd name="connsiteX105" fmla="*/ 66448 w 547693"/>
              <a:gd name="connsiteY105" fmla="*/ 285611 h 516285"/>
              <a:gd name="connsiteX106" fmla="*/ 67267 w 547693"/>
              <a:gd name="connsiteY106" fmla="*/ 293003 h 516285"/>
              <a:gd name="connsiteX107" fmla="*/ 91834 w 547693"/>
              <a:gd name="connsiteY107" fmla="*/ 313950 h 516285"/>
              <a:gd name="connsiteX108" fmla="*/ 95519 w 547693"/>
              <a:gd name="connsiteY108" fmla="*/ 315593 h 516285"/>
              <a:gd name="connsiteX109" fmla="*/ 99204 w 547693"/>
              <a:gd name="connsiteY109" fmla="*/ 313539 h 516285"/>
              <a:gd name="connsiteX110" fmla="*/ 198290 w 547693"/>
              <a:gd name="connsiteY110" fmla="*/ 196487 h 516285"/>
              <a:gd name="connsiteX111" fmla="*/ 222856 w 547693"/>
              <a:gd name="connsiteY111" fmla="*/ 192790 h 516285"/>
              <a:gd name="connsiteX112" fmla="*/ 300651 w 547693"/>
              <a:gd name="connsiteY112" fmla="*/ 242897 h 516285"/>
              <a:gd name="connsiteX113" fmla="*/ 342824 w 547693"/>
              <a:gd name="connsiteY113" fmla="*/ 233861 h 516285"/>
              <a:gd name="connsiteX114" fmla="*/ 343234 w 547693"/>
              <a:gd name="connsiteY114" fmla="*/ 233450 h 516285"/>
              <a:gd name="connsiteX115" fmla="*/ 458697 w 547693"/>
              <a:gd name="connsiteY115" fmla="*/ 86827 h 516285"/>
              <a:gd name="connsiteX116" fmla="*/ 474666 w 547693"/>
              <a:gd name="connsiteY116" fmla="*/ 83952 h 516285"/>
              <a:gd name="connsiteX117" fmla="*/ 495957 w 547693"/>
              <a:gd name="connsiteY117" fmla="*/ 97095 h 516285"/>
              <a:gd name="connsiteX118" fmla="*/ 477532 w 547693"/>
              <a:gd name="connsiteY118" fmla="*/ 578 h 516285"/>
              <a:gd name="connsiteX119" fmla="*/ 488587 w 547693"/>
              <a:gd name="connsiteY119" fmla="*/ 2221 h 516285"/>
              <a:gd name="connsiteX120" fmla="*/ 494319 w 547693"/>
              <a:gd name="connsiteY120" fmla="*/ 11257 h 516285"/>
              <a:gd name="connsiteX121" fmla="*/ 510697 w 547693"/>
              <a:gd name="connsiteY121" fmla="*/ 96273 h 516285"/>
              <a:gd name="connsiteX122" fmla="*/ 504555 w 547693"/>
              <a:gd name="connsiteY122" fmla="*/ 110238 h 516285"/>
              <a:gd name="connsiteX123" fmla="*/ 489815 w 547693"/>
              <a:gd name="connsiteY123" fmla="*/ 110238 h 516285"/>
              <a:gd name="connsiteX124" fmla="*/ 468933 w 547693"/>
              <a:gd name="connsiteY124" fmla="*/ 97095 h 516285"/>
              <a:gd name="connsiteX125" fmla="*/ 354289 w 547693"/>
              <a:gd name="connsiteY125" fmla="*/ 242897 h 516285"/>
              <a:gd name="connsiteX126" fmla="*/ 293691 w 547693"/>
              <a:gd name="connsiteY126" fmla="*/ 255629 h 516285"/>
              <a:gd name="connsiteX127" fmla="*/ 292872 w 547693"/>
              <a:gd name="connsiteY127" fmla="*/ 255218 h 516285"/>
              <a:gd name="connsiteX128" fmla="*/ 215077 w 547693"/>
              <a:gd name="connsiteY128" fmla="*/ 204701 h 516285"/>
              <a:gd name="connsiteX129" fmla="*/ 208935 w 547693"/>
              <a:gd name="connsiteY129" fmla="*/ 205933 h 516285"/>
              <a:gd name="connsiteX130" fmla="*/ 109849 w 547693"/>
              <a:gd name="connsiteY130" fmla="*/ 322575 h 516285"/>
              <a:gd name="connsiteX131" fmla="*/ 96747 w 547693"/>
              <a:gd name="connsiteY131" fmla="*/ 329967 h 516285"/>
              <a:gd name="connsiteX132" fmla="*/ 95109 w 547693"/>
              <a:gd name="connsiteY132" fmla="*/ 329967 h 516285"/>
              <a:gd name="connsiteX133" fmla="*/ 82826 w 547693"/>
              <a:gd name="connsiteY133" fmla="*/ 325039 h 516285"/>
              <a:gd name="connsiteX134" fmla="*/ 57850 w 547693"/>
              <a:gd name="connsiteY134" fmla="*/ 304093 h 516285"/>
              <a:gd name="connsiteX135" fmla="*/ 55803 w 547693"/>
              <a:gd name="connsiteY135" fmla="*/ 276164 h 516285"/>
              <a:gd name="connsiteX136" fmla="*/ 170038 w 547693"/>
              <a:gd name="connsiteY136" fmla="*/ 141451 h 516285"/>
              <a:gd name="connsiteX137" fmla="*/ 229817 w 547693"/>
              <a:gd name="connsiteY137" fmla="*/ 129541 h 516285"/>
              <a:gd name="connsiteX138" fmla="*/ 230226 w 547693"/>
              <a:gd name="connsiteY138" fmla="*/ 129952 h 516285"/>
              <a:gd name="connsiteX139" fmla="*/ 307612 w 547693"/>
              <a:gd name="connsiteY139" fmla="*/ 179647 h 516285"/>
              <a:gd name="connsiteX140" fmla="*/ 313753 w 547693"/>
              <a:gd name="connsiteY140" fmla="*/ 178826 h 516285"/>
              <a:gd name="connsiteX141" fmla="*/ 407926 w 547693"/>
              <a:gd name="connsiteY141" fmla="*/ 58488 h 516285"/>
              <a:gd name="connsiteX142" fmla="*/ 390729 w 547693"/>
              <a:gd name="connsiteY142" fmla="*/ 47810 h 516285"/>
              <a:gd name="connsiteX143" fmla="*/ 384588 w 547693"/>
              <a:gd name="connsiteY143" fmla="*/ 34256 h 516285"/>
              <a:gd name="connsiteX144" fmla="*/ 394414 w 547693"/>
              <a:gd name="connsiteY144" fmla="*/ 23578 h 51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547693" h="516285">
                <a:moveTo>
                  <a:pt x="64000" y="356638"/>
                </a:moveTo>
                <a:cubicBezTo>
                  <a:pt x="61539" y="356638"/>
                  <a:pt x="59487" y="358284"/>
                  <a:pt x="59487" y="360753"/>
                </a:cubicBezTo>
                <a:lnTo>
                  <a:pt x="59487" y="498180"/>
                </a:lnTo>
                <a:cubicBezTo>
                  <a:pt x="59487" y="500238"/>
                  <a:pt x="61539" y="501884"/>
                  <a:pt x="64000" y="501884"/>
                </a:cubicBezTo>
                <a:lnTo>
                  <a:pt x="148513" y="501884"/>
                </a:lnTo>
                <a:cubicBezTo>
                  <a:pt x="150564" y="501884"/>
                  <a:pt x="152205" y="500238"/>
                  <a:pt x="152205" y="498180"/>
                </a:cubicBezTo>
                <a:lnTo>
                  <a:pt x="152205" y="360753"/>
                </a:lnTo>
                <a:cubicBezTo>
                  <a:pt x="152205" y="358284"/>
                  <a:pt x="150564" y="356638"/>
                  <a:pt x="148513" y="356638"/>
                </a:cubicBezTo>
                <a:close/>
                <a:moveTo>
                  <a:pt x="37368" y="301436"/>
                </a:moveTo>
                <a:cubicBezTo>
                  <a:pt x="41503" y="301436"/>
                  <a:pt x="44810" y="304330"/>
                  <a:pt x="44810" y="308465"/>
                </a:cubicBezTo>
                <a:lnTo>
                  <a:pt x="44810" y="315907"/>
                </a:lnTo>
                <a:lnTo>
                  <a:pt x="51839" y="315907"/>
                </a:lnTo>
                <a:cubicBezTo>
                  <a:pt x="55974" y="315907"/>
                  <a:pt x="59282" y="318802"/>
                  <a:pt x="59282" y="322936"/>
                </a:cubicBezTo>
                <a:cubicBezTo>
                  <a:pt x="59282" y="326658"/>
                  <a:pt x="55974" y="330379"/>
                  <a:pt x="51839" y="330379"/>
                </a:cubicBezTo>
                <a:lnTo>
                  <a:pt x="44810" y="330379"/>
                </a:lnTo>
                <a:lnTo>
                  <a:pt x="44810" y="337408"/>
                </a:lnTo>
                <a:cubicBezTo>
                  <a:pt x="44810" y="341129"/>
                  <a:pt x="41503" y="344437"/>
                  <a:pt x="37368" y="344437"/>
                </a:cubicBezTo>
                <a:cubicBezTo>
                  <a:pt x="33647" y="344437"/>
                  <a:pt x="30339" y="341129"/>
                  <a:pt x="30339" y="337408"/>
                </a:cubicBezTo>
                <a:lnTo>
                  <a:pt x="30339" y="330379"/>
                </a:lnTo>
                <a:lnTo>
                  <a:pt x="23310" y="330379"/>
                </a:lnTo>
                <a:cubicBezTo>
                  <a:pt x="19175" y="330379"/>
                  <a:pt x="16281" y="326658"/>
                  <a:pt x="16281" y="322936"/>
                </a:cubicBezTo>
                <a:cubicBezTo>
                  <a:pt x="16281" y="318802"/>
                  <a:pt x="19175" y="315907"/>
                  <a:pt x="23310" y="315907"/>
                </a:cubicBezTo>
                <a:lnTo>
                  <a:pt x="30339" y="315907"/>
                </a:lnTo>
                <a:lnTo>
                  <a:pt x="30339" y="308465"/>
                </a:lnTo>
                <a:cubicBezTo>
                  <a:pt x="30339" y="304330"/>
                  <a:pt x="33647" y="301436"/>
                  <a:pt x="37368" y="301436"/>
                </a:cubicBezTo>
                <a:close/>
                <a:moveTo>
                  <a:pt x="233436" y="295742"/>
                </a:moveTo>
                <a:cubicBezTo>
                  <a:pt x="230154" y="295742"/>
                  <a:pt x="227282" y="298211"/>
                  <a:pt x="227282" y="301503"/>
                </a:cubicBezTo>
                <a:lnTo>
                  <a:pt x="227282" y="496123"/>
                </a:lnTo>
                <a:cubicBezTo>
                  <a:pt x="227282" y="499415"/>
                  <a:pt x="230154" y="501884"/>
                  <a:pt x="233436" y="501884"/>
                </a:cubicBezTo>
                <a:lnTo>
                  <a:pt x="314257" y="501884"/>
                </a:lnTo>
                <a:cubicBezTo>
                  <a:pt x="317129" y="501884"/>
                  <a:pt x="320000" y="499415"/>
                  <a:pt x="320000" y="496123"/>
                </a:cubicBezTo>
                <a:lnTo>
                  <a:pt x="320000" y="301503"/>
                </a:lnTo>
                <a:cubicBezTo>
                  <a:pt x="320000" y="298211"/>
                  <a:pt x="317129" y="295742"/>
                  <a:pt x="314257" y="295742"/>
                </a:cubicBezTo>
                <a:close/>
                <a:moveTo>
                  <a:pt x="402462" y="234435"/>
                </a:moveTo>
                <a:cubicBezTo>
                  <a:pt x="398359" y="234435"/>
                  <a:pt x="395077" y="237727"/>
                  <a:pt x="395077" y="242253"/>
                </a:cubicBezTo>
                <a:lnTo>
                  <a:pt x="395077" y="494477"/>
                </a:lnTo>
                <a:cubicBezTo>
                  <a:pt x="395077" y="498592"/>
                  <a:pt x="398359" y="501884"/>
                  <a:pt x="402462" y="501884"/>
                </a:cubicBezTo>
                <a:lnTo>
                  <a:pt x="480001" y="501884"/>
                </a:lnTo>
                <a:cubicBezTo>
                  <a:pt x="484103" y="501884"/>
                  <a:pt x="487385" y="498592"/>
                  <a:pt x="487385" y="494477"/>
                </a:cubicBezTo>
                <a:lnTo>
                  <a:pt x="487385" y="242253"/>
                </a:lnTo>
                <a:cubicBezTo>
                  <a:pt x="487385" y="237727"/>
                  <a:pt x="484103" y="234435"/>
                  <a:pt x="480001" y="234435"/>
                </a:cubicBezTo>
                <a:close/>
                <a:moveTo>
                  <a:pt x="402462" y="220034"/>
                </a:moveTo>
                <a:lnTo>
                  <a:pt x="480001" y="220034"/>
                </a:lnTo>
                <a:cubicBezTo>
                  <a:pt x="491898" y="220034"/>
                  <a:pt x="501744" y="229909"/>
                  <a:pt x="501744" y="242253"/>
                </a:cubicBezTo>
                <a:lnTo>
                  <a:pt x="501744" y="494477"/>
                </a:lnTo>
                <a:cubicBezTo>
                  <a:pt x="501744" y="496946"/>
                  <a:pt x="500924" y="499826"/>
                  <a:pt x="500103" y="501884"/>
                </a:cubicBezTo>
                <a:lnTo>
                  <a:pt x="540308" y="501884"/>
                </a:lnTo>
                <a:cubicBezTo>
                  <a:pt x="544001" y="501884"/>
                  <a:pt x="547693" y="505175"/>
                  <a:pt x="547693" y="509290"/>
                </a:cubicBezTo>
                <a:cubicBezTo>
                  <a:pt x="547693" y="512993"/>
                  <a:pt x="544001" y="516285"/>
                  <a:pt x="540308" y="516285"/>
                </a:cubicBezTo>
                <a:lnTo>
                  <a:pt x="480001" y="516285"/>
                </a:lnTo>
                <a:lnTo>
                  <a:pt x="402462" y="516285"/>
                </a:lnTo>
                <a:lnTo>
                  <a:pt x="314257" y="516285"/>
                </a:lnTo>
                <a:lnTo>
                  <a:pt x="233436" y="516285"/>
                </a:lnTo>
                <a:lnTo>
                  <a:pt x="148513" y="516285"/>
                </a:lnTo>
                <a:lnTo>
                  <a:pt x="64000" y="516285"/>
                </a:lnTo>
                <a:lnTo>
                  <a:pt x="6974" y="516285"/>
                </a:lnTo>
                <a:cubicBezTo>
                  <a:pt x="3282" y="516285"/>
                  <a:pt x="0" y="512993"/>
                  <a:pt x="0" y="509290"/>
                </a:cubicBezTo>
                <a:cubicBezTo>
                  <a:pt x="0" y="505175"/>
                  <a:pt x="3282" y="501884"/>
                  <a:pt x="6974" y="501884"/>
                </a:cubicBezTo>
                <a:lnTo>
                  <a:pt x="45949" y="501884"/>
                </a:lnTo>
                <a:cubicBezTo>
                  <a:pt x="45539" y="500649"/>
                  <a:pt x="45539" y="499415"/>
                  <a:pt x="45539" y="498180"/>
                </a:cubicBezTo>
                <a:lnTo>
                  <a:pt x="45539" y="360753"/>
                </a:lnTo>
                <a:cubicBezTo>
                  <a:pt x="45539" y="350467"/>
                  <a:pt x="53744" y="342237"/>
                  <a:pt x="64000" y="342237"/>
                </a:cubicBezTo>
                <a:lnTo>
                  <a:pt x="148513" y="342237"/>
                </a:lnTo>
                <a:cubicBezTo>
                  <a:pt x="158359" y="342237"/>
                  <a:pt x="166564" y="350467"/>
                  <a:pt x="166564" y="360753"/>
                </a:cubicBezTo>
                <a:lnTo>
                  <a:pt x="166564" y="498180"/>
                </a:lnTo>
                <a:cubicBezTo>
                  <a:pt x="166564" y="499415"/>
                  <a:pt x="166154" y="500649"/>
                  <a:pt x="165744" y="501884"/>
                </a:cubicBezTo>
                <a:lnTo>
                  <a:pt x="214154" y="501884"/>
                </a:lnTo>
                <a:cubicBezTo>
                  <a:pt x="213744" y="499826"/>
                  <a:pt x="213334" y="498180"/>
                  <a:pt x="213334" y="496123"/>
                </a:cubicBezTo>
                <a:lnTo>
                  <a:pt x="213334" y="301503"/>
                </a:lnTo>
                <a:cubicBezTo>
                  <a:pt x="213334" y="290393"/>
                  <a:pt x="221949" y="281341"/>
                  <a:pt x="233436" y="281341"/>
                </a:cubicBezTo>
                <a:lnTo>
                  <a:pt x="314257" y="281341"/>
                </a:lnTo>
                <a:cubicBezTo>
                  <a:pt x="324923" y="281341"/>
                  <a:pt x="333949" y="290393"/>
                  <a:pt x="333949" y="301503"/>
                </a:cubicBezTo>
                <a:lnTo>
                  <a:pt x="333949" y="496123"/>
                </a:lnTo>
                <a:cubicBezTo>
                  <a:pt x="333949" y="498180"/>
                  <a:pt x="333949" y="499826"/>
                  <a:pt x="333129" y="501884"/>
                </a:cubicBezTo>
                <a:lnTo>
                  <a:pt x="381949" y="501884"/>
                </a:lnTo>
                <a:cubicBezTo>
                  <a:pt x="381129" y="499826"/>
                  <a:pt x="380718" y="496946"/>
                  <a:pt x="380718" y="494477"/>
                </a:cubicBezTo>
                <a:lnTo>
                  <a:pt x="380718" y="242253"/>
                </a:lnTo>
                <a:cubicBezTo>
                  <a:pt x="380718" y="229909"/>
                  <a:pt x="390565" y="220034"/>
                  <a:pt x="402462" y="220034"/>
                </a:cubicBezTo>
                <a:close/>
                <a:moveTo>
                  <a:pt x="486184" y="127780"/>
                </a:moveTo>
                <a:cubicBezTo>
                  <a:pt x="490340" y="127780"/>
                  <a:pt x="493249" y="130642"/>
                  <a:pt x="493249" y="134731"/>
                </a:cubicBezTo>
                <a:lnTo>
                  <a:pt x="493249" y="150267"/>
                </a:lnTo>
                <a:lnTo>
                  <a:pt x="509455" y="150267"/>
                </a:lnTo>
                <a:cubicBezTo>
                  <a:pt x="513196" y="150267"/>
                  <a:pt x="516936" y="153538"/>
                  <a:pt x="516936" y="157627"/>
                </a:cubicBezTo>
                <a:cubicBezTo>
                  <a:pt x="516936" y="161716"/>
                  <a:pt x="513196" y="164578"/>
                  <a:pt x="509455" y="164578"/>
                </a:cubicBezTo>
                <a:lnTo>
                  <a:pt x="493249" y="164578"/>
                </a:lnTo>
                <a:lnTo>
                  <a:pt x="493249" y="180114"/>
                </a:lnTo>
                <a:cubicBezTo>
                  <a:pt x="493249" y="184203"/>
                  <a:pt x="490340" y="187065"/>
                  <a:pt x="486184" y="187065"/>
                </a:cubicBezTo>
                <a:cubicBezTo>
                  <a:pt x="482444" y="187065"/>
                  <a:pt x="479120" y="184203"/>
                  <a:pt x="479120" y="180114"/>
                </a:cubicBezTo>
                <a:lnTo>
                  <a:pt x="479120" y="164578"/>
                </a:lnTo>
                <a:lnTo>
                  <a:pt x="462913" y="164578"/>
                </a:lnTo>
                <a:cubicBezTo>
                  <a:pt x="458757" y="164578"/>
                  <a:pt x="455848" y="161716"/>
                  <a:pt x="455848" y="157627"/>
                </a:cubicBezTo>
                <a:cubicBezTo>
                  <a:pt x="455848" y="153538"/>
                  <a:pt x="458757" y="150267"/>
                  <a:pt x="462913" y="150267"/>
                </a:cubicBezTo>
                <a:lnTo>
                  <a:pt x="479120" y="150267"/>
                </a:lnTo>
                <a:lnTo>
                  <a:pt x="479120" y="134731"/>
                </a:lnTo>
                <a:cubicBezTo>
                  <a:pt x="479120" y="130642"/>
                  <a:pt x="482444" y="127780"/>
                  <a:pt x="486184" y="127780"/>
                </a:cubicBezTo>
                <a:close/>
                <a:moveTo>
                  <a:pt x="480398" y="14542"/>
                </a:moveTo>
                <a:lnTo>
                  <a:pt x="400146" y="36721"/>
                </a:lnTo>
                <a:lnTo>
                  <a:pt x="417343" y="47810"/>
                </a:lnTo>
                <a:cubicBezTo>
                  <a:pt x="420619" y="49453"/>
                  <a:pt x="422666" y="52738"/>
                  <a:pt x="423075" y="56024"/>
                </a:cubicBezTo>
                <a:cubicBezTo>
                  <a:pt x="423894" y="59720"/>
                  <a:pt x="423075" y="63006"/>
                  <a:pt x="420619" y="65470"/>
                </a:cubicBezTo>
                <a:lnTo>
                  <a:pt x="324808" y="187451"/>
                </a:lnTo>
                <a:cubicBezTo>
                  <a:pt x="318667" y="195254"/>
                  <a:pt x="308021" y="196897"/>
                  <a:pt x="299832" y="191969"/>
                </a:cubicBezTo>
                <a:lnTo>
                  <a:pt x="222856" y="141862"/>
                </a:lnTo>
                <a:cubicBezTo>
                  <a:pt x="217943" y="139398"/>
                  <a:pt x="212620" y="138166"/>
                  <a:pt x="207707" y="138166"/>
                </a:cubicBezTo>
                <a:cubicBezTo>
                  <a:pt x="197471" y="138166"/>
                  <a:pt x="187644" y="142684"/>
                  <a:pt x="180684" y="150898"/>
                </a:cubicBezTo>
                <a:lnTo>
                  <a:pt x="66448" y="285611"/>
                </a:lnTo>
                <a:cubicBezTo>
                  <a:pt x="64810" y="287664"/>
                  <a:pt x="65220" y="291361"/>
                  <a:pt x="67267" y="293003"/>
                </a:cubicBezTo>
                <a:lnTo>
                  <a:pt x="91834" y="313950"/>
                </a:lnTo>
                <a:cubicBezTo>
                  <a:pt x="92653" y="315182"/>
                  <a:pt x="94291" y="315593"/>
                  <a:pt x="95519" y="315593"/>
                </a:cubicBezTo>
                <a:cubicBezTo>
                  <a:pt x="96747" y="315182"/>
                  <a:pt x="97976" y="314771"/>
                  <a:pt x="99204" y="313539"/>
                </a:cubicBezTo>
                <a:lnTo>
                  <a:pt x="198290" y="196487"/>
                </a:lnTo>
                <a:cubicBezTo>
                  <a:pt x="204431" y="189094"/>
                  <a:pt x="214668" y="187451"/>
                  <a:pt x="222856" y="192790"/>
                </a:cubicBezTo>
                <a:lnTo>
                  <a:pt x="300651" y="242897"/>
                </a:lnTo>
                <a:cubicBezTo>
                  <a:pt x="314982" y="250290"/>
                  <a:pt x="332588" y="246593"/>
                  <a:pt x="342824" y="233861"/>
                </a:cubicBezTo>
                <a:lnTo>
                  <a:pt x="343234" y="233450"/>
                </a:lnTo>
                <a:lnTo>
                  <a:pt x="458697" y="86827"/>
                </a:lnTo>
                <a:cubicBezTo>
                  <a:pt x="462792" y="81899"/>
                  <a:pt x="469752" y="80666"/>
                  <a:pt x="474666" y="83952"/>
                </a:cubicBezTo>
                <a:lnTo>
                  <a:pt x="495957" y="97095"/>
                </a:lnTo>
                <a:close/>
                <a:moveTo>
                  <a:pt x="477532" y="578"/>
                </a:moveTo>
                <a:cubicBezTo>
                  <a:pt x="481217" y="-654"/>
                  <a:pt x="485311" y="167"/>
                  <a:pt x="488587" y="2221"/>
                </a:cubicBezTo>
                <a:cubicBezTo>
                  <a:pt x="491453" y="4274"/>
                  <a:pt x="493910" y="7560"/>
                  <a:pt x="494319" y="11257"/>
                </a:cubicBezTo>
                <a:lnTo>
                  <a:pt x="510697" y="96273"/>
                </a:lnTo>
                <a:cubicBezTo>
                  <a:pt x="511516" y="101613"/>
                  <a:pt x="509468" y="106541"/>
                  <a:pt x="504555" y="110238"/>
                </a:cubicBezTo>
                <a:cubicBezTo>
                  <a:pt x="500051" y="112702"/>
                  <a:pt x="494728" y="113113"/>
                  <a:pt x="489815" y="110238"/>
                </a:cubicBezTo>
                <a:lnTo>
                  <a:pt x="468933" y="97095"/>
                </a:lnTo>
                <a:lnTo>
                  <a:pt x="354289" y="242897"/>
                </a:lnTo>
                <a:cubicBezTo>
                  <a:pt x="339139" y="260968"/>
                  <a:pt x="314572" y="265897"/>
                  <a:pt x="293691" y="255629"/>
                </a:cubicBezTo>
                <a:lnTo>
                  <a:pt x="292872" y="255218"/>
                </a:lnTo>
                <a:lnTo>
                  <a:pt x="215077" y="204701"/>
                </a:lnTo>
                <a:cubicBezTo>
                  <a:pt x="213439" y="203469"/>
                  <a:pt x="210573" y="203879"/>
                  <a:pt x="208935" y="205933"/>
                </a:cubicBezTo>
                <a:lnTo>
                  <a:pt x="109849" y="322575"/>
                </a:lnTo>
                <a:cubicBezTo>
                  <a:pt x="106574" y="326682"/>
                  <a:pt x="101661" y="329146"/>
                  <a:pt x="96747" y="329967"/>
                </a:cubicBezTo>
                <a:cubicBezTo>
                  <a:pt x="95928" y="329967"/>
                  <a:pt x="95928" y="329967"/>
                  <a:pt x="95109" y="329967"/>
                </a:cubicBezTo>
                <a:cubicBezTo>
                  <a:pt x="90606" y="329967"/>
                  <a:pt x="86102" y="327914"/>
                  <a:pt x="82826" y="325039"/>
                </a:cubicBezTo>
                <a:lnTo>
                  <a:pt x="57850" y="304093"/>
                </a:lnTo>
                <a:cubicBezTo>
                  <a:pt x="49661" y="297110"/>
                  <a:pt x="48842" y="284789"/>
                  <a:pt x="55803" y="276164"/>
                </a:cubicBezTo>
                <a:lnTo>
                  <a:pt x="170038" y="141451"/>
                </a:lnTo>
                <a:cubicBezTo>
                  <a:pt x="184778" y="124202"/>
                  <a:pt x="209345" y="119273"/>
                  <a:pt x="229817" y="129541"/>
                </a:cubicBezTo>
                <a:lnTo>
                  <a:pt x="230226" y="129952"/>
                </a:lnTo>
                <a:lnTo>
                  <a:pt x="307612" y="179647"/>
                </a:lnTo>
                <a:cubicBezTo>
                  <a:pt x="309659" y="181290"/>
                  <a:pt x="312525" y="180469"/>
                  <a:pt x="313753" y="178826"/>
                </a:cubicBezTo>
                <a:lnTo>
                  <a:pt x="407926" y="58488"/>
                </a:lnTo>
                <a:lnTo>
                  <a:pt x="390729" y="47810"/>
                </a:lnTo>
                <a:cubicBezTo>
                  <a:pt x="386225" y="44935"/>
                  <a:pt x="383769" y="40006"/>
                  <a:pt x="384588" y="34256"/>
                </a:cubicBezTo>
                <a:cubicBezTo>
                  <a:pt x="385406" y="28917"/>
                  <a:pt x="389501" y="24810"/>
                  <a:pt x="394414" y="235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2C5A3-E4D1-2B85-1146-F7C4E0F16038}"/>
              </a:ext>
            </a:extLst>
          </p:cNvPr>
          <p:cNvSpPr txBox="1"/>
          <p:nvPr/>
        </p:nvSpPr>
        <p:spPr>
          <a:xfrm>
            <a:off x="762000" y="166847"/>
            <a:ext cx="10668000" cy="769441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indent="0" algn="ctr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1" i="0" u="none" strike="noStrike" cap="all" spc="360" normalizeH="0" baseline="0">
                <a:ln>
                  <a:noFill/>
                </a:ln>
                <a:solidFill>
                  <a:srgbClr val="082D4A"/>
                </a:solidFill>
                <a:effectLst/>
                <a:uFillTx/>
                <a:latin typeface="Nexa Bold"/>
                <a:ea typeface="Nexa Bold"/>
                <a:cs typeface="Nexa Bold"/>
              </a:defRPr>
            </a:lvl1pPr>
            <a:lvl2pPr marL="0" marR="0" indent="457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2pPr>
            <a:lvl3pPr marL="0" marR="0" indent="914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3pPr>
            <a:lvl4pPr marL="0" marR="0" indent="1371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4pPr>
            <a:lvl5pPr marL="0" marR="0" indent="18288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5pPr>
            <a:lvl6pPr marL="0" marR="0" indent="22860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6pPr>
            <a:lvl7pPr marL="0" marR="0" indent="2743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7pPr>
            <a:lvl8pPr marL="0" marR="0" indent="3200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8pPr>
            <a:lvl9pPr marL="0" marR="0" indent="3657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9pPr>
          </a:lstStyle>
          <a:p>
            <a:r>
              <a:rPr lang="en-US" sz="4400" dirty="0" err="1"/>
              <a:t>wavz</a:t>
            </a:r>
            <a:r>
              <a:rPr lang="en-US" sz="4400" dirty="0"/>
              <a:t> Vision and Mission</a:t>
            </a:r>
          </a:p>
        </p:txBody>
      </p:sp>
      <p:sp>
        <p:nvSpPr>
          <p:cNvPr id="11" name="Rectangle: Rounded Corners 4">
            <a:extLst>
              <a:ext uri="{FF2B5EF4-FFF2-40B4-BE49-F238E27FC236}">
                <a16:creationId xmlns:a16="http://schemas.microsoft.com/office/drawing/2014/main" id="{EBE689F5-0DCE-4A83-90F2-73B18E53D333}"/>
              </a:ext>
            </a:extLst>
          </p:cNvPr>
          <p:cNvSpPr/>
          <p:nvPr/>
        </p:nvSpPr>
        <p:spPr>
          <a:xfrm>
            <a:off x="710084" y="1562444"/>
            <a:ext cx="436017" cy="927062"/>
          </a:xfrm>
          <a:prstGeom prst="roundRect">
            <a:avLst>
              <a:gd name="adj" fmla="val 29488"/>
            </a:avLst>
          </a:prstGeom>
          <a:solidFill>
            <a:srgbClr val="FFB814"/>
          </a:solidFill>
        </p:spPr>
        <p:txBody>
          <a:bodyPr/>
          <a:lstStyle/>
          <a:p>
            <a:endParaRPr lang="en-US" sz="1688" b="1" dirty="0">
              <a:solidFill>
                <a:srgbClr val="44546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304388-7B52-C9A7-4BDB-C2049CED651A}"/>
              </a:ext>
            </a:extLst>
          </p:cNvPr>
          <p:cNvSpPr txBox="1"/>
          <p:nvPr/>
        </p:nvSpPr>
        <p:spPr>
          <a:xfrm>
            <a:off x="1175761" y="1587061"/>
            <a:ext cx="6741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BECOME THE REGION’S TRUSTED VISIONARY PARTNER, ENABLING ORGANIZATIONS TO GROW, INNOVATE, AND EVOLVE WITH CONFIDENCE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68B11F-3A97-61EE-7231-BC4207A56D62}"/>
              </a:ext>
            </a:extLst>
          </p:cNvPr>
          <p:cNvSpPr txBox="1"/>
          <p:nvPr/>
        </p:nvSpPr>
        <p:spPr>
          <a:xfrm>
            <a:off x="1175759" y="3320329"/>
            <a:ext cx="6741603" cy="169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lnSpc>
                <a:spcPct val="150000"/>
              </a:lnSpc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l"/>
            <a:r>
              <a:rPr lang="en-US" dirty="0"/>
              <a:t>WE EMPOWER ORGANIZATIONS WITH AN INNOVATIVE PORTFOLIO OF ADVISORY AND OPERATIONAL SERVICES, COMBINING DELIVERY EXCELLENCE AND PARTNERSHIPS TO ENSURE RESILIENT AND SUSTAINABLE GROWTH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3E0226-74E7-9120-F8D4-98FA4919C22C}"/>
              </a:ext>
            </a:extLst>
          </p:cNvPr>
          <p:cNvSpPr txBox="1"/>
          <p:nvPr/>
        </p:nvSpPr>
        <p:spPr>
          <a:xfrm rot="16200000">
            <a:off x="553214" y="1841309"/>
            <a:ext cx="74975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EG" sz="1800" b="1" i="0" u="none" strike="noStrike" cap="none" spc="0" normalizeH="0" baseline="0" dirty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  <a:sym typeface="Lato"/>
              </a:rPr>
              <a:t>Vision</a:t>
            </a:r>
          </a:p>
        </p:txBody>
      </p:sp>
      <p:sp>
        <p:nvSpPr>
          <p:cNvPr id="15" name="Rectangle: Rounded Corners 4">
            <a:extLst>
              <a:ext uri="{FF2B5EF4-FFF2-40B4-BE49-F238E27FC236}">
                <a16:creationId xmlns:a16="http://schemas.microsoft.com/office/drawing/2014/main" id="{0181DDCD-8F16-721F-B541-B963328C0E23}"/>
              </a:ext>
            </a:extLst>
          </p:cNvPr>
          <p:cNvSpPr/>
          <p:nvPr/>
        </p:nvSpPr>
        <p:spPr>
          <a:xfrm>
            <a:off x="710084" y="3320329"/>
            <a:ext cx="436017" cy="1699632"/>
          </a:xfrm>
          <a:prstGeom prst="roundRect">
            <a:avLst>
              <a:gd name="adj" fmla="val 29488"/>
            </a:avLst>
          </a:prstGeom>
          <a:solidFill>
            <a:srgbClr val="FFB814"/>
          </a:solidFill>
        </p:spPr>
        <p:txBody>
          <a:bodyPr/>
          <a:lstStyle/>
          <a:p>
            <a:endParaRPr lang="en-US" sz="1688" b="1" dirty="0">
              <a:solidFill>
                <a:srgbClr val="44546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D8C0B-F7E0-08DF-B3F2-808ADF7FE997}"/>
              </a:ext>
            </a:extLst>
          </p:cNvPr>
          <p:cNvSpPr txBox="1"/>
          <p:nvPr/>
        </p:nvSpPr>
        <p:spPr>
          <a:xfrm rot="16200000">
            <a:off x="441369" y="3888854"/>
            <a:ext cx="94297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EG" sz="1800" b="1" i="0" u="none" strike="noStrike" cap="none" spc="0" normalizeH="0" baseline="0" dirty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  <a:sym typeface="Lato"/>
              </a:rPr>
              <a:t>Mission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75EDC6BE-93DA-D31F-14D9-7990302EB9E3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3352C3-D943-F7C6-F616-16A4C6C3B757}"/>
              </a:ext>
            </a:extLst>
          </p:cNvPr>
          <p:cNvGrpSpPr/>
          <p:nvPr/>
        </p:nvGrpSpPr>
        <p:grpSpPr>
          <a:xfrm>
            <a:off x="2606315" y="5307232"/>
            <a:ext cx="2371132" cy="923098"/>
            <a:chOff x="6618638" y="5087940"/>
            <a:chExt cx="3333902" cy="1499616"/>
          </a:xfrm>
        </p:grpSpPr>
        <p:pic>
          <p:nvPicPr>
            <p:cNvPr id="2" name="Image 5" descr="preencoded.png">
              <a:extLst>
                <a:ext uri="{FF2B5EF4-FFF2-40B4-BE49-F238E27FC236}">
                  <a16:creationId xmlns:a16="http://schemas.microsoft.com/office/drawing/2014/main" id="{2FCDE34C-3BCB-3273-F002-016611AC1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8" b="-8"/>
            <a:stretch/>
          </p:blipFill>
          <p:spPr>
            <a:xfrm>
              <a:off x="6618638" y="5087940"/>
              <a:ext cx="3333902" cy="1499616"/>
            </a:xfrm>
            <a:prstGeom prst="rect">
              <a:avLst/>
            </a:prstGeom>
            <a:solidFill>
              <a:srgbClr val="F6F8F8"/>
            </a:solidFill>
          </p:spPr>
        </p:pic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4AD7836A-F433-0B22-973C-EDF5CB75E3D1}"/>
                </a:ext>
              </a:extLst>
            </p:cNvPr>
            <p:cNvSpPr txBox="1"/>
            <p:nvPr/>
          </p:nvSpPr>
          <p:spPr>
            <a:xfrm>
              <a:off x="6808834" y="5813994"/>
              <a:ext cx="2953512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200" b="1" dirty="0">
                  <a:solidFill>
                    <a:srgbClr val="1173BD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2008</a:t>
              </a:r>
              <a:endParaRPr lang="en-US" sz="4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227900E2-452C-B928-3154-4CC5E96B182A}"/>
                </a:ext>
              </a:extLst>
            </p:cNvPr>
            <p:cNvSpPr txBox="1"/>
            <p:nvPr/>
          </p:nvSpPr>
          <p:spPr>
            <a:xfrm>
              <a:off x="6849068" y="5307147"/>
              <a:ext cx="2873045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kern="0" spc="75" dirty="0">
                  <a:solidFill>
                    <a:srgbClr val="64748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Established</a:t>
              </a:r>
              <a:endParaRPr lang="en-US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20" name="Graphic 19" descr="Earth globe: Africa and Europe with solid fill">
            <a:extLst>
              <a:ext uri="{FF2B5EF4-FFF2-40B4-BE49-F238E27FC236}">
                <a16:creationId xmlns:a16="http://schemas.microsoft.com/office/drawing/2014/main" id="{298AF83E-88D6-074A-4D4C-1E3326400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2307" y="4930427"/>
            <a:ext cx="2738425" cy="1772717"/>
          </a:xfrm>
          <a:prstGeom prst="rect">
            <a:avLst/>
          </a:prstGeom>
        </p:spPr>
      </p:pic>
      <p:pic>
        <p:nvPicPr>
          <p:cNvPr id="21" name="Image 7" descr="preencoded.png">
            <a:extLst>
              <a:ext uri="{FF2B5EF4-FFF2-40B4-BE49-F238E27FC236}">
                <a16:creationId xmlns:a16="http://schemas.microsoft.com/office/drawing/2014/main" id="{CB0A3CB7-1DF5-F80A-3E29-66F2B1F44C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31860" y="5654480"/>
            <a:ext cx="114300" cy="114300"/>
          </a:xfrm>
          <a:prstGeom prst="rect">
            <a:avLst/>
          </a:prstGeom>
        </p:spPr>
      </p:pic>
      <p:sp>
        <p:nvSpPr>
          <p:cNvPr id="22" name="Text 21">
            <a:extLst>
              <a:ext uri="{FF2B5EF4-FFF2-40B4-BE49-F238E27FC236}">
                <a16:creationId xmlns:a16="http://schemas.microsoft.com/office/drawing/2014/main" id="{0F7CC565-CA77-C747-9A4D-32547CD7596C}"/>
              </a:ext>
            </a:extLst>
          </p:cNvPr>
          <p:cNvSpPr txBox="1"/>
          <p:nvPr/>
        </p:nvSpPr>
        <p:spPr>
          <a:xfrm>
            <a:off x="7791093" y="5146075"/>
            <a:ext cx="324306" cy="110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Riyadh</a:t>
            </a:r>
            <a:endParaRPr lang="en-US" sz="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3" name="Image 8" descr="preencoded.png">
            <a:extLst>
              <a:ext uri="{FF2B5EF4-FFF2-40B4-BE49-F238E27FC236}">
                <a16:creationId xmlns:a16="http://schemas.microsoft.com/office/drawing/2014/main" id="{A424E5E1-1F61-752E-0E99-CBFCEA440E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50122" y="5644879"/>
            <a:ext cx="114300" cy="114300"/>
          </a:xfrm>
          <a:prstGeom prst="rect">
            <a:avLst/>
          </a:prstGeom>
        </p:spPr>
      </p:pic>
      <p:sp>
        <p:nvSpPr>
          <p:cNvPr id="24" name="Text 21">
            <a:extLst>
              <a:ext uri="{FF2B5EF4-FFF2-40B4-BE49-F238E27FC236}">
                <a16:creationId xmlns:a16="http://schemas.microsoft.com/office/drawing/2014/main" id="{3195EEC1-51AB-1C0D-6546-FC78B4C246B0}"/>
              </a:ext>
            </a:extLst>
          </p:cNvPr>
          <p:cNvSpPr txBox="1"/>
          <p:nvPr/>
        </p:nvSpPr>
        <p:spPr>
          <a:xfrm flipH="1">
            <a:off x="7230571" y="5349447"/>
            <a:ext cx="362063" cy="960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Cairo</a:t>
            </a:r>
            <a:endParaRPr lang="en-US" sz="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97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FFC4C-6CFF-044D-AD7F-B774E4E78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839DAB0-280B-ED88-F962-3E06D86281C0}"/>
              </a:ext>
            </a:extLst>
          </p:cNvPr>
          <p:cNvSpPr txBox="1"/>
          <p:nvPr/>
        </p:nvSpPr>
        <p:spPr>
          <a:xfrm>
            <a:off x="762000" y="166847"/>
            <a:ext cx="10668000" cy="769441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indent="0" algn="ctr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1" i="0" u="none" strike="noStrike" cap="all" spc="360" normalizeH="0" baseline="0">
                <a:ln>
                  <a:noFill/>
                </a:ln>
                <a:solidFill>
                  <a:srgbClr val="082D4A"/>
                </a:solidFill>
                <a:effectLst/>
                <a:uFillTx/>
                <a:latin typeface="Nexa Bold"/>
                <a:ea typeface="Nexa Bold"/>
                <a:cs typeface="Nexa Bold"/>
              </a:defRPr>
            </a:lvl1pPr>
            <a:lvl2pPr marL="0" marR="0" indent="457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2pPr>
            <a:lvl3pPr marL="0" marR="0" indent="914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3pPr>
            <a:lvl4pPr marL="0" marR="0" indent="1371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4pPr>
            <a:lvl5pPr marL="0" marR="0" indent="18288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5pPr>
            <a:lvl6pPr marL="0" marR="0" indent="22860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6pPr>
            <a:lvl7pPr marL="0" marR="0" indent="2743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7pPr>
            <a:lvl8pPr marL="0" marR="0" indent="3200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8pPr>
            <a:lvl9pPr marL="0" marR="0" indent="3657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9pPr>
          </a:lstStyle>
          <a:p>
            <a:r>
              <a:rPr lang="en-US" sz="4400" dirty="0"/>
              <a:t>Our Approach</a:t>
            </a: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33D82A6E-9414-E000-A3D3-32C675D1E48B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B59B23-A9D3-54E6-1CFE-1AF406A286D9}"/>
              </a:ext>
            </a:extLst>
          </p:cNvPr>
          <p:cNvGrpSpPr/>
          <p:nvPr/>
        </p:nvGrpSpPr>
        <p:grpSpPr>
          <a:xfrm>
            <a:off x="2217789" y="2230841"/>
            <a:ext cx="7756422" cy="4381805"/>
            <a:chOff x="2417486" y="2094207"/>
            <a:chExt cx="7756422" cy="438180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6DD022E-BB71-4663-84D3-89965D2D0B2E}"/>
                </a:ext>
              </a:extLst>
            </p:cNvPr>
            <p:cNvGrpSpPr/>
            <p:nvPr/>
          </p:nvGrpSpPr>
          <p:grpSpPr>
            <a:xfrm>
              <a:off x="2417486" y="2094207"/>
              <a:ext cx="7756422" cy="4381805"/>
              <a:chOff x="2762554" y="1555588"/>
              <a:chExt cx="6667805" cy="4381805"/>
            </a:xfrm>
          </p:grpSpPr>
          <p:pic>
            <p:nvPicPr>
              <p:cNvPr id="5" name="Image 3" descr="preencoded.png">
                <a:extLst>
                  <a:ext uri="{FF2B5EF4-FFF2-40B4-BE49-F238E27FC236}">
                    <a16:creationId xmlns:a16="http://schemas.microsoft.com/office/drawing/2014/main" id="{AB4FAE57-6ED6-B2A6-57C0-BAA85E494A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-12" r="-12"/>
              <a:stretch/>
            </p:blipFill>
            <p:spPr>
              <a:xfrm>
                <a:off x="2762554" y="1651600"/>
                <a:ext cx="2667305" cy="1667866"/>
              </a:xfrm>
              <a:prstGeom prst="rect">
                <a:avLst/>
              </a:prstGeom>
            </p:spPr>
          </p:pic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A4DE885F-0066-30FB-B9C4-8D4F10ED2927}"/>
                  </a:ext>
                </a:extLst>
              </p:cNvPr>
              <p:cNvSpPr txBox="1"/>
              <p:nvPr/>
            </p:nvSpPr>
            <p:spPr>
              <a:xfrm>
                <a:off x="4839157" y="1555588"/>
                <a:ext cx="607162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3600" b="1" dirty="0">
                    <a:solidFill>
                      <a:srgbClr val="F1F5F9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01</a:t>
                </a:r>
                <a:endParaRPr lang="en-US" sz="36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8" name="Shape 5">
                <a:extLst>
                  <a:ext uri="{FF2B5EF4-FFF2-40B4-BE49-F238E27FC236}">
                    <a16:creationId xmlns:a16="http://schemas.microsoft.com/office/drawing/2014/main" id="{E18DFC44-D24C-261E-CCCB-2BC935A1EEA6}"/>
                  </a:ext>
                </a:extLst>
              </p:cNvPr>
              <p:cNvSpPr/>
              <p:nvPr/>
            </p:nvSpPr>
            <p:spPr>
              <a:xfrm>
                <a:off x="3010357" y="1841795"/>
                <a:ext cx="381305" cy="381305"/>
              </a:xfrm>
              <a:prstGeom prst="ellipse">
                <a:avLst/>
              </a:prstGeom>
              <a:solidFill>
                <a:srgbClr val="97CFFA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EG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pic>
            <p:nvPicPr>
              <p:cNvPr id="9" name="Image 4" descr="preencoded.png">
                <a:extLst>
                  <a:ext uri="{FF2B5EF4-FFF2-40B4-BE49-F238E27FC236}">
                    <a16:creationId xmlns:a16="http://schemas.microsoft.com/office/drawing/2014/main" id="{199866F2-A876-0877-FE8B-71FAE63F37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/>
            </p:blipFill>
            <p:spPr>
              <a:xfrm>
                <a:off x="3114598" y="1946037"/>
                <a:ext cx="171907" cy="171907"/>
              </a:xfrm>
              <a:prstGeom prst="rect">
                <a:avLst/>
              </a:prstGeom>
            </p:spPr>
          </p:pic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D6BBF5EC-F074-2650-2C92-BB133B6DEB88}"/>
                  </a:ext>
                </a:extLst>
              </p:cNvPr>
              <p:cNvSpPr txBox="1"/>
              <p:nvPr/>
            </p:nvSpPr>
            <p:spPr>
              <a:xfrm>
                <a:off x="3534308" y="1894831"/>
                <a:ext cx="724205" cy="277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082D4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Assess</a:t>
                </a:r>
                <a:endParaRPr lang="en-US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11" name="Text 7">
                <a:extLst>
                  <a:ext uri="{FF2B5EF4-FFF2-40B4-BE49-F238E27FC236}">
                    <a16:creationId xmlns:a16="http://schemas.microsoft.com/office/drawing/2014/main" id="{CF265DB8-C3BF-CC2C-033B-B80DB99889BE}"/>
                  </a:ext>
                </a:extLst>
              </p:cNvPr>
              <p:cNvSpPr txBox="1"/>
              <p:nvPr/>
            </p:nvSpPr>
            <p:spPr>
              <a:xfrm>
                <a:off x="3010357" y="2318198"/>
                <a:ext cx="2305202" cy="8193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64748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Evaluating your current state, identifying critical risks, and uncovering high-value digital opportunities.</a:t>
                </a:r>
                <a:endParaRPr lang="en-US" sz="11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pic>
            <p:nvPicPr>
              <p:cNvPr id="12" name="Image 5" descr="preencoded.png">
                <a:extLst>
                  <a:ext uri="{FF2B5EF4-FFF2-40B4-BE49-F238E27FC236}">
                    <a16:creationId xmlns:a16="http://schemas.microsoft.com/office/drawing/2014/main" id="{D096FAD5-5AB4-F860-6BAC-695E869CE1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-9" b="-9"/>
              <a:stretch/>
            </p:blipFill>
            <p:spPr>
              <a:xfrm>
                <a:off x="6763054" y="1651600"/>
                <a:ext cx="2667305" cy="1465783"/>
              </a:xfrm>
              <a:prstGeom prst="rect">
                <a:avLst/>
              </a:prstGeom>
            </p:spPr>
          </p:pic>
          <p:sp>
            <p:nvSpPr>
              <p:cNvPr id="13" name="Text 8">
                <a:extLst>
                  <a:ext uri="{FF2B5EF4-FFF2-40B4-BE49-F238E27FC236}">
                    <a16:creationId xmlns:a16="http://schemas.microsoft.com/office/drawing/2014/main" id="{555F1779-B8BB-E658-CC79-4FAD7BB0E2AC}"/>
                  </a:ext>
                </a:extLst>
              </p:cNvPr>
              <p:cNvSpPr txBox="1"/>
              <p:nvPr/>
            </p:nvSpPr>
            <p:spPr>
              <a:xfrm>
                <a:off x="8750960" y="1555588"/>
                <a:ext cx="667512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3600" b="1" dirty="0">
                    <a:solidFill>
                      <a:srgbClr val="F1F5F9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02</a:t>
                </a:r>
                <a:endParaRPr lang="en-US" sz="36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14" name="Shape 9">
                <a:extLst>
                  <a:ext uri="{FF2B5EF4-FFF2-40B4-BE49-F238E27FC236}">
                    <a16:creationId xmlns:a16="http://schemas.microsoft.com/office/drawing/2014/main" id="{27E4FE50-A53A-A6F0-8028-D5F87DEA3093}"/>
                  </a:ext>
                </a:extLst>
              </p:cNvPr>
              <p:cNvSpPr/>
              <p:nvPr/>
            </p:nvSpPr>
            <p:spPr>
              <a:xfrm>
                <a:off x="7010857" y="1841795"/>
                <a:ext cx="381305" cy="381305"/>
              </a:xfrm>
              <a:prstGeom prst="ellipse">
                <a:avLst/>
              </a:prstGeom>
              <a:solidFill>
                <a:srgbClr val="1173BD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EG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pic>
            <p:nvPicPr>
              <p:cNvPr id="15" name="Image 6" descr="preencoded.png">
                <a:extLst>
                  <a:ext uri="{FF2B5EF4-FFF2-40B4-BE49-F238E27FC236}">
                    <a16:creationId xmlns:a16="http://schemas.microsoft.com/office/drawing/2014/main" id="{E0C13F7A-C6C6-AD0D-1066-7E012DAC95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/>
              <a:stretch/>
            </p:blipFill>
            <p:spPr>
              <a:xfrm>
                <a:off x="7115098" y="1946037"/>
                <a:ext cx="171907" cy="171907"/>
              </a:xfrm>
              <a:prstGeom prst="rect">
                <a:avLst/>
              </a:prstGeom>
            </p:spPr>
          </p:pic>
          <p:sp>
            <p:nvSpPr>
              <p:cNvPr id="16" name="Text 10">
                <a:extLst>
                  <a:ext uri="{FF2B5EF4-FFF2-40B4-BE49-F238E27FC236}">
                    <a16:creationId xmlns:a16="http://schemas.microsoft.com/office/drawing/2014/main" id="{43C24EA4-0540-3CDD-820F-2132ECD8A486}"/>
                  </a:ext>
                </a:extLst>
              </p:cNvPr>
              <p:cNvSpPr txBox="1"/>
              <p:nvPr/>
            </p:nvSpPr>
            <p:spPr>
              <a:xfrm>
                <a:off x="7534808" y="1894831"/>
                <a:ext cx="1000354" cy="277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082D4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Roadmap</a:t>
                </a:r>
                <a:endParaRPr lang="en-US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17" name="Text 11">
                <a:extLst>
                  <a:ext uri="{FF2B5EF4-FFF2-40B4-BE49-F238E27FC236}">
                    <a16:creationId xmlns:a16="http://schemas.microsoft.com/office/drawing/2014/main" id="{1273141D-CB3C-613C-F632-92933FFFFDC3}"/>
                  </a:ext>
                </a:extLst>
              </p:cNvPr>
              <p:cNvSpPr txBox="1"/>
              <p:nvPr/>
            </p:nvSpPr>
            <p:spPr>
              <a:xfrm>
                <a:off x="7010857" y="2318198"/>
                <a:ext cx="2305202" cy="6099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64748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Prioritizing initiatives and defining a strategic path to achieve desired business outcomes efficiently.</a:t>
                </a:r>
                <a:endParaRPr lang="en-US" sz="11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pic>
            <p:nvPicPr>
              <p:cNvPr id="18" name="Image 7" descr="preencoded.png">
                <a:extLst>
                  <a:ext uri="{FF2B5EF4-FFF2-40B4-BE49-F238E27FC236}">
                    <a16:creationId xmlns:a16="http://schemas.microsoft.com/office/drawing/2014/main" id="{640470CE-5F7F-A986-B1A5-C7D7202C4B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t="-9" b="-9"/>
              <a:stretch/>
            </p:blipFill>
            <p:spPr>
              <a:xfrm>
                <a:off x="6763054" y="4471610"/>
                <a:ext cx="2667305" cy="1465783"/>
              </a:xfrm>
              <a:prstGeom prst="rect">
                <a:avLst/>
              </a:prstGeom>
            </p:spPr>
          </p:pic>
          <p:sp>
            <p:nvSpPr>
              <p:cNvPr id="19" name="Text 12">
                <a:extLst>
                  <a:ext uri="{FF2B5EF4-FFF2-40B4-BE49-F238E27FC236}">
                    <a16:creationId xmlns:a16="http://schemas.microsoft.com/office/drawing/2014/main" id="{F7947567-BB94-E608-943A-448885B130A6}"/>
                  </a:ext>
                </a:extLst>
              </p:cNvPr>
              <p:cNvSpPr txBox="1"/>
              <p:nvPr/>
            </p:nvSpPr>
            <p:spPr>
              <a:xfrm>
                <a:off x="8750046" y="4376512"/>
                <a:ext cx="667512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3600" b="1" dirty="0">
                    <a:solidFill>
                      <a:srgbClr val="F1F5F9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03</a:t>
                </a:r>
                <a:endParaRPr lang="en-US" sz="36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0" name="Shape 13">
                <a:extLst>
                  <a:ext uri="{FF2B5EF4-FFF2-40B4-BE49-F238E27FC236}">
                    <a16:creationId xmlns:a16="http://schemas.microsoft.com/office/drawing/2014/main" id="{9A8C02CB-A960-BA33-18E7-2404A0F35C96}"/>
                  </a:ext>
                </a:extLst>
              </p:cNvPr>
              <p:cNvSpPr/>
              <p:nvPr/>
            </p:nvSpPr>
            <p:spPr>
              <a:xfrm>
                <a:off x="7010857" y="4662719"/>
                <a:ext cx="381305" cy="381305"/>
              </a:xfrm>
              <a:prstGeom prst="ellipse">
                <a:avLst/>
              </a:prstGeom>
              <a:solidFill>
                <a:srgbClr val="082D4A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EG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pic>
            <p:nvPicPr>
              <p:cNvPr id="21" name="Image 8" descr="preencoded.png">
                <a:extLst>
                  <a:ext uri="{FF2B5EF4-FFF2-40B4-BE49-F238E27FC236}">
                    <a16:creationId xmlns:a16="http://schemas.microsoft.com/office/drawing/2014/main" id="{F6F65F06-E7D5-5FC6-2229-C2D37101B8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-1064" r="-1064"/>
              <a:stretch/>
            </p:blipFill>
            <p:spPr>
              <a:xfrm>
                <a:off x="7091324" y="4766961"/>
                <a:ext cx="219456" cy="171907"/>
              </a:xfrm>
              <a:prstGeom prst="rect">
                <a:avLst/>
              </a:prstGeom>
            </p:spPr>
          </p:pic>
          <p:sp>
            <p:nvSpPr>
              <p:cNvPr id="22" name="Text 14">
                <a:extLst>
                  <a:ext uri="{FF2B5EF4-FFF2-40B4-BE49-F238E27FC236}">
                    <a16:creationId xmlns:a16="http://schemas.microsoft.com/office/drawing/2014/main" id="{B704022A-726F-0138-A41E-0CFDF4D2A5B7}"/>
                  </a:ext>
                </a:extLst>
              </p:cNvPr>
              <p:cNvSpPr txBox="1"/>
              <p:nvPr/>
            </p:nvSpPr>
            <p:spPr>
              <a:xfrm>
                <a:off x="7534808" y="4715755"/>
                <a:ext cx="1143000" cy="277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082D4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Implement</a:t>
                </a:r>
                <a:endParaRPr lang="en-US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3" name="Text 15">
                <a:extLst>
                  <a:ext uri="{FF2B5EF4-FFF2-40B4-BE49-F238E27FC236}">
                    <a16:creationId xmlns:a16="http://schemas.microsoft.com/office/drawing/2014/main" id="{27E55370-F553-631B-D3D3-5447653C4167}"/>
                  </a:ext>
                </a:extLst>
              </p:cNvPr>
              <p:cNvSpPr txBox="1"/>
              <p:nvPr/>
            </p:nvSpPr>
            <p:spPr>
              <a:xfrm>
                <a:off x="7010857" y="5139122"/>
                <a:ext cx="2305202" cy="6099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64748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Delivering solutions with strict governance, QA standards, and seamless technical integration.</a:t>
                </a:r>
                <a:endParaRPr lang="en-US" sz="11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pic>
            <p:nvPicPr>
              <p:cNvPr id="24" name="Image 9" descr="preencoded.png">
                <a:extLst>
                  <a:ext uri="{FF2B5EF4-FFF2-40B4-BE49-F238E27FC236}">
                    <a16:creationId xmlns:a16="http://schemas.microsoft.com/office/drawing/2014/main" id="{E156706A-B98E-1F0E-B0E9-B3F40E4147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t="-9" b="-9"/>
              <a:stretch/>
            </p:blipFill>
            <p:spPr>
              <a:xfrm>
                <a:off x="2762554" y="4471610"/>
                <a:ext cx="2667305" cy="1465783"/>
              </a:xfrm>
              <a:prstGeom prst="rect">
                <a:avLst/>
              </a:prstGeom>
            </p:spPr>
          </p:pic>
          <p:sp>
            <p:nvSpPr>
              <p:cNvPr id="25" name="Text 16">
                <a:extLst>
                  <a:ext uri="{FF2B5EF4-FFF2-40B4-BE49-F238E27FC236}">
                    <a16:creationId xmlns:a16="http://schemas.microsoft.com/office/drawing/2014/main" id="{B88F0824-40A8-B524-5841-8C01131EB40F}"/>
                  </a:ext>
                </a:extLst>
              </p:cNvPr>
              <p:cNvSpPr txBox="1"/>
              <p:nvPr/>
            </p:nvSpPr>
            <p:spPr>
              <a:xfrm>
                <a:off x="4701082" y="4376512"/>
                <a:ext cx="715061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3600" b="1" dirty="0">
                    <a:solidFill>
                      <a:srgbClr val="F1F5F9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04</a:t>
                </a:r>
                <a:endParaRPr lang="en-US" sz="36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6" name="Shape 17">
                <a:extLst>
                  <a:ext uri="{FF2B5EF4-FFF2-40B4-BE49-F238E27FC236}">
                    <a16:creationId xmlns:a16="http://schemas.microsoft.com/office/drawing/2014/main" id="{6D8D20E5-9D2E-3498-56A4-14D325377030}"/>
                  </a:ext>
                </a:extLst>
              </p:cNvPr>
              <p:cNvSpPr/>
              <p:nvPr/>
            </p:nvSpPr>
            <p:spPr>
              <a:xfrm>
                <a:off x="3010357" y="4662719"/>
                <a:ext cx="381305" cy="381305"/>
              </a:xfrm>
              <a:prstGeom prst="ellipse">
                <a:avLst/>
              </a:prstGeom>
              <a:solidFill>
                <a:srgbClr val="475569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EG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pic>
            <p:nvPicPr>
              <p:cNvPr id="27" name="Image 10" descr="preencoded.png">
                <a:extLst>
                  <a:ext uri="{FF2B5EF4-FFF2-40B4-BE49-F238E27FC236}">
                    <a16:creationId xmlns:a16="http://schemas.microsoft.com/office/drawing/2014/main" id="{7BD8188A-756A-0CBB-13CE-95FBB5B00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-1064" r="-1064"/>
              <a:stretch/>
            </p:blipFill>
            <p:spPr>
              <a:xfrm>
                <a:off x="3090824" y="4766961"/>
                <a:ext cx="219456" cy="171907"/>
              </a:xfrm>
              <a:prstGeom prst="rect">
                <a:avLst/>
              </a:prstGeom>
            </p:spPr>
          </p:pic>
          <p:sp>
            <p:nvSpPr>
              <p:cNvPr id="28" name="Text 18">
                <a:extLst>
                  <a:ext uri="{FF2B5EF4-FFF2-40B4-BE49-F238E27FC236}">
                    <a16:creationId xmlns:a16="http://schemas.microsoft.com/office/drawing/2014/main" id="{F60DEB2D-16BD-35A8-8626-F3C628135428}"/>
                  </a:ext>
                </a:extLst>
              </p:cNvPr>
              <p:cNvSpPr txBox="1"/>
              <p:nvPr/>
            </p:nvSpPr>
            <p:spPr>
              <a:xfrm>
                <a:off x="3534308" y="4715755"/>
                <a:ext cx="1530706" cy="277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082D4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Run &amp; Operate</a:t>
                </a:r>
                <a:endParaRPr lang="en-US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9" name="Text 19">
                <a:extLst>
                  <a:ext uri="{FF2B5EF4-FFF2-40B4-BE49-F238E27FC236}">
                    <a16:creationId xmlns:a16="http://schemas.microsoft.com/office/drawing/2014/main" id="{A8DE40A2-3BBB-0EB2-C6E6-330134E54CBB}"/>
                  </a:ext>
                </a:extLst>
              </p:cNvPr>
              <p:cNvSpPr txBox="1"/>
              <p:nvPr/>
            </p:nvSpPr>
            <p:spPr>
              <a:xfrm>
                <a:off x="3010357" y="5139122"/>
                <a:ext cx="2305202" cy="6099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64748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Managed services with guaranteed SLAs, continuous monitoring, and ongoing performance optimization.</a:t>
                </a:r>
                <a:endParaRPr lang="en-US" sz="11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pic>
            <p:nvPicPr>
              <p:cNvPr id="30" name="Image 11" descr="preencoded.png">
                <a:extLst>
                  <a:ext uri="{FF2B5EF4-FFF2-40B4-BE49-F238E27FC236}">
                    <a16:creationId xmlns:a16="http://schemas.microsoft.com/office/drawing/2014/main" id="{6D98BF2E-5F36-405F-CC4B-0EB6F52001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/>
              <a:stretch/>
            </p:blipFill>
            <p:spPr>
              <a:xfrm>
                <a:off x="5333847" y="3032344"/>
                <a:ext cx="1524305" cy="1524305"/>
              </a:xfrm>
              <a:prstGeom prst="rect">
                <a:avLst/>
              </a:prstGeom>
            </p:spPr>
          </p:pic>
          <p:sp>
            <p:nvSpPr>
              <p:cNvPr id="31" name="Text 20">
                <a:extLst>
                  <a:ext uri="{FF2B5EF4-FFF2-40B4-BE49-F238E27FC236}">
                    <a16:creationId xmlns:a16="http://schemas.microsoft.com/office/drawing/2014/main" id="{71DC900A-ED53-D2C7-09C5-6D477C1F2E12}"/>
                  </a:ext>
                </a:extLst>
              </p:cNvPr>
              <p:cNvSpPr txBox="1"/>
              <p:nvPr/>
            </p:nvSpPr>
            <p:spPr>
              <a:xfrm>
                <a:off x="5635599" y="3408163"/>
                <a:ext cx="924458" cy="4480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082D4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Value</a:t>
                </a:r>
                <a:endParaRPr lang="en-US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082D4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Lifecycle </a:t>
                </a:r>
                <a:endParaRPr lang="en-US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32" name="Text 21">
                <a:extLst>
                  <a:ext uri="{FF2B5EF4-FFF2-40B4-BE49-F238E27FC236}">
                    <a16:creationId xmlns:a16="http://schemas.microsoft.com/office/drawing/2014/main" id="{DC80685A-11F2-CB7E-C75D-3C280F59BCD8}"/>
                  </a:ext>
                </a:extLst>
              </p:cNvPr>
              <p:cNvSpPr txBox="1"/>
              <p:nvPr/>
            </p:nvSpPr>
            <p:spPr>
              <a:xfrm>
                <a:off x="5785561" y="3894623"/>
                <a:ext cx="629107" cy="28620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64748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Continuous</a:t>
                </a:r>
                <a:endParaRPr lang="en-US" sz="8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64748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Improvement</a:t>
                </a:r>
                <a:endParaRPr lang="en-US" sz="8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7DF11FD2-34CD-7E36-7191-68BF858DD890}"/>
                </a:ext>
              </a:extLst>
            </p:cNvPr>
            <p:cNvSpPr/>
            <p:nvPr/>
          </p:nvSpPr>
          <p:spPr>
            <a:xfrm flipV="1">
              <a:off x="5607837" y="2832039"/>
              <a:ext cx="1227150" cy="236583"/>
            </a:xfrm>
            <a:custGeom>
              <a:avLst/>
              <a:gdLst/>
              <a:ahLst/>
              <a:cxnLst/>
              <a:rect l="l" t="t" r="r" b="b"/>
              <a:pathLst>
                <a:path w="996169" h="281418">
                  <a:moveTo>
                    <a:pt x="0" y="281418"/>
                  </a:moveTo>
                  <a:lnTo>
                    <a:pt x="996170" y="281418"/>
                  </a:lnTo>
                  <a:lnTo>
                    <a:pt x="996170" y="0"/>
                  </a:lnTo>
                  <a:lnTo>
                    <a:pt x="0" y="0"/>
                  </a:lnTo>
                  <a:lnTo>
                    <a:pt x="0" y="28141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EG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0F66C7E5-AB39-D4A0-4F81-AF5A08F1042E}"/>
                </a:ext>
              </a:extLst>
            </p:cNvPr>
            <p:cNvSpPr/>
            <p:nvPr/>
          </p:nvSpPr>
          <p:spPr>
            <a:xfrm rot="10800000" flipV="1">
              <a:off x="5758278" y="5600931"/>
              <a:ext cx="1227150" cy="236583"/>
            </a:xfrm>
            <a:custGeom>
              <a:avLst/>
              <a:gdLst/>
              <a:ahLst/>
              <a:cxnLst/>
              <a:rect l="l" t="t" r="r" b="b"/>
              <a:pathLst>
                <a:path w="996169" h="281418">
                  <a:moveTo>
                    <a:pt x="0" y="281418"/>
                  </a:moveTo>
                  <a:lnTo>
                    <a:pt x="996170" y="281418"/>
                  </a:lnTo>
                  <a:lnTo>
                    <a:pt x="996170" y="0"/>
                  </a:lnTo>
                  <a:lnTo>
                    <a:pt x="0" y="0"/>
                  </a:lnTo>
                  <a:lnTo>
                    <a:pt x="0" y="28141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EG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7A7FBD6F-C435-69A4-441E-495708185D48}"/>
                </a:ext>
              </a:extLst>
            </p:cNvPr>
            <p:cNvSpPr/>
            <p:nvPr/>
          </p:nvSpPr>
          <p:spPr>
            <a:xfrm rot="5400000" flipV="1">
              <a:off x="8137088" y="4266373"/>
              <a:ext cx="953641" cy="219364"/>
            </a:xfrm>
            <a:custGeom>
              <a:avLst/>
              <a:gdLst/>
              <a:ahLst/>
              <a:cxnLst/>
              <a:rect l="l" t="t" r="r" b="b"/>
              <a:pathLst>
                <a:path w="996169" h="281418">
                  <a:moveTo>
                    <a:pt x="0" y="281418"/>
                  </a:moveTo>
                  <a:lnTo>
                    <a:pt x="996170" y="281418"/>
                  </a:lnTo>
                  <a:lnTo>
                    <a:pt x="996170" y="0"/>
                  </a:lnTo>
                  <a:lnTo>
                    <a:pt x="0" y="0"/>
                  </a:lnTo>
                  <a:lnTo>
                    <a:pt x="0" y="28141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EG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81F0C8D4-1FE7-878B-38D1-FABA92BAE7DA}"/>
                </a:ext>
              </a:extLst>
            </p:cNvPr>
            <p:cNvSpPr/>
            <p:nvPr/>
          </p:nvSpPr>
          <p:spPr>
            <a:xfrm rot="16200000" flipV="1">
              <a:off x="3382374" y="4323560"/>
              <a:ext cx="953641" cy="219364"/>
            </a:xfrm>
            <a:custGeom>
              <a:avLst/>
              <a:gdLst/>
              <a:ahLst/>
              <a:cxnLst/>
              <a:rect l="l" t="t" r="r" b="b"/>
              <a:pathLst>
                <a:path w="996169" h="281418">
                  <a:moveTo>
                    <a:pt x="0" y="281418"/>
                  </a:moveTo>
                  <a:lnTo>
                    <a:pt x="996170" y="281418"/>
                  </a:lnTo>
                  <a:lnTo>
                    <a:pt x="996170" y="0"/>
                  </a:lnTo>
                  <a:lnTo>
                    <a:pt x="0" y="0"/>
                  </a:lnTo>
                  <a:lnTo>
                    <a:pt x="0" y="28141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EG"/>
            </a:p>
          </p:txBody>
        </p:sp>
      </p:grpSp>
      <p:sp>
        <p:nvSpPr>
          <p:cNvPr id="39" name="Text 5">
            <a:extLst>
              <a:ext uri="{FF2B5EF4-FFF2-40B4-BE49-F238E27FC236}">
                <a16:creationId xmlns:a16="http://schemas.microsoft.com/office/drawing/2014/main" id="{C497CD7C-4F96-5A4A-562F-E1F832CB55C5}"/>
              </a:ext>
            </a:extLst>
          </p:cNvPr>
          <p:cNvSpPr txBox="1"/>
          <p:nvPr/>
        </p:nvSpPr>
        <p:spPr>
          <a:xfrm>
            <a:off x="745489" y="1291752"/>
            <a:ext cx="107158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200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defRPr>
            </a:lvl1pPr>
          </a:lstStyle>
          <a:p>
            <a:r>
              <a:rPr lang="en-US" dirty="0"/>
              <a:t>From Vision to Results: We deliver digital transformation through a structured, end-to-end journey designed to maximize value and minimize disruption.</a:t>
            </a:r>
          </a:p>
        </p:txBody>
      </p:sp>
    </p:spTree>
    <p:extLst>
      <p:ext uri="{BB962C8B-B14F-4D97-AF65-F5344CB8AC3E}">
        <p14:creationId xmlns:p14="http://schemas.microsoft.com/office/powerpoint/2010/main" val="991467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DB594-CC05-CA94-BA3D-CC848103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800D9D-53BB-9C53-E684-73A6B3BBE207}"/>
              </a:ext>
            </a:extLst>
          </p:cNvPr>
          <p:cNvSpPr txBox="1"/>
          <p:nvPr/>
        </p:nvSpPr>
        <p:spPr>
          <a:xfrm>
            <a:off x="762000" y="166847"/>
            <a:ext cx="10668000" cy="769441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indent="0" algn="ctr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1" i="0" u="none" strike="noStrike" cap="all" spc="360" normalizeH="0" baseline="0">
                <a:ln>
                  <a:noFill/>
                </a:ln>
                <a:solidFill>
                  <a:srgbClr val="082D4A"/>
                </a:solidFill>
                <a:effectLst/>
                <a:uFillTx/>
                <a:latin typeface="Nexa Bold"/>
                <a:ea typeface="Nexa Bold"/>
                <a:cs typeface="Nexa Bold"/>
              </a:defRPr>
            </a:lvl1pPr>
            <a:lvl2pPr marL="0" marR="0" indent="457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2pPr>
            <a:lvl3pPr marL="0" marR="0" indent="914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3pPr>
            <a:lvl4pPr marL="0" marR="0" indent="1371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4pPr>
            <a:lvl5pPr marL="0" marR="0" indent="18288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5pPr>
            <a:lvl6pPr marL="0" marR="0" indent="22860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6pPr>
            <a:lvl7pPr marL="0" marR="0" indent="2743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7pPr>
            <a:lvl8pPr marL="0" marR="0" indent="3200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8pPr>
            <a:lvl9pPr marL="0" marR="0" indent="3657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9pPr>
          </a:lstStyle>
          <a:p>
            <a:r>
              <a:rPr lang="en-US" sz="4400" dirty="0"/>
              <a:t>Service operations Model</a:t>
            </a: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088E2E41-A406-80B4-5E0B-70EC47E0A242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90E789-9B05-7F50-55CB-9CC2EF8D0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74" y="1164319"/>
            <a:ext cx="10447283" cy="53883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E047C2-8778-E578-7110-1B7D1B8E15AF}"/>
              </a:ext>
            </a:extLst>
          </p:cNvPr>
          <p:cNvSpPr txBox="1"/>
          <p:nvPr/>
        </p:nvSpPr>
        <p:spPr>
          <a:xfrm>
            <a:off x="879774" y="1164317"/>
            <a:ext cx="10447282" cy="573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900">
                <a:solidFill>
                  <a:schemeClr val="lt1"/>
                </a:solidFill>
                <a:latin typeface="Poppins" panose="00000500000000000000" pitchFamily="2" charset="0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EG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Operational Excellence at Scale</a:t>
            </a:r>
          </a:p>
        </p:txBody>
      </p:sp>
    </p:spTree>
    <p:extLst>
      <p:ext uri="{BB962C8B-B14F-4D97-AF65-F5344CB8AC3E}">
        <p14:creationId xmlns:p14="http://schemas.microsoft.com/office/powerpoint/2010/main" val="16259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7">
            <a:extLst>
              <a:ext uri="{FF2B5EF4-FFF2-40B4-BE49-F238E27FC236}">
                <a16:creationId xmlns:a16="http://schemas.microsoft.com/office/drawing/2014/main" id="{8241E171-BE7E-834C-64FB-FA9BAE99F62F}"/>
              </a:ext>
            </a:extLst>
          </p:cNvPr>
          <p:cNvSpPr txBox="1"/>
          <p:nvPr/>
        </p:nvSpPr>
        <p:spPr>
          <a:xfrm>
            <a:off x="179386" y="129196"/>
            <a:ext cx="11844670" cy="791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lnSpc>
                <a:spcPct val="130000"/>
              </a:lnSpc>
              <a:defRPr sz="2800" cap="all" spc="280">
                <a:solidFill>
                  <a:srgbClr val="082D4A"/>
                </a:solidFill>
                <a:latin typeface="Nexa Bold"/>
                <a:ea typeface="Nexa Bold"/>
                <a:cs typeface="Nexa Bold"/>
                <a:sym typeface="Nexa Bold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0" cap="all" spc="280" normalizeH="0" baseline="0" noProof="0" dirty="0">
                <a:ln>
                  <a:noFill/>
                </a:ln>
                <a:solidFill>
                  <a:srgbClr val="082D4A"/>
                </a:solidFill>
                <a:effectLst/>
                <a:uLnTx/>
                <a:uFillTx/>
                <a:latin typeface="Nexa Bold"/>
                <a:sym typeface="Nexa Bold"/>
              </a:rPr>
              <a:t>WAVZ Solutions Portfolio</a:t>
            </a:r>
            <a:endParaRPr kumimoji="0" sz="3800" b="1" i="0" u="none" strike="noStrike" kern="0" cap="all" spc="280" normalizeH="0" baseline="0" noProof="0" dirty="0">
              <a:ln>
                <a:noFill/>
              </a:ln>
              <a:solidFill>
                <a:srgbClr val="082D4A"/>
              </a:solidFill>
              <a:effectLst/>
              <a:uLnTx/>
              <a:uFillTx/>
              <a:latin typeface="Nexa Bold"/>
              <a:sym typeface="Nexa Bold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052AF35-9282-8D36-EBFD-954FCC0D3C31}"/>
              </a:ext>
            </a:extLst>
          </p:cNvPr>
          <p:cNvGrpSpPr/>
          <p:nvPr/>
        </p:nvGrpSpPr>
        <p:grpSpPr>
          <a:xfrm>
            <a:off x="262758" y="2308186"/>
            <a:ext cx="9374927" cy="4056851"/>
            <a:chOff x="361506" y="806951"/>
            <a:chExt cx="11466431" cy="5609246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9C08BF0C-3B2F-914A-341B-BA7ED763B4B8}"/>
                </a:ext>
              </a:extLst>
            </p:cNvPr>
            <p:cNvGrpSpPr/>
            <p:nvPr/>
          </p:nvGrpSpPr>
          <p:grpSpPr>
            <a:xfrm>
              <a:off x="361506" y="806951"/>
              <a:ext cx="11466431" cy="5609246"/>
              <a:chOff x="329529" y="926221"/>
              <a:chExt cx="11466431" cy="5609246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3311C944-2932-65CA-82B1-24096C0AB635}"/>
                  </a:ext>
                </a:extLst>
              </p:cNvPr>
              <p:cNvGrpSpPr/>
              <p:nvPr/>
            </p:nvGrpSpPr>
            <p:grpSpPr>
              <a:xfrm>
                <a:off x="329529" y="926221"/>
                <a:ext cx="11466431" cy="5609246"/>
                <a:chOff x="329529" y="926221"/>
                <a:chExt cx="11466431" cy="5609246"/>
              </a:xfrm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B550F751-6D9F-C8F9-E15E-976190CDF42C}"/>
                    </a:ext>
                  </a:extLst>
                </p:cNvPr>
                <p:cNvGrpSpPr/>
                <p:nvPr/>
              </p:nvGrpSpPr>
              <p:grpSpPr>
                <a:xfrm>
                  <a:off x="329529" y="926221"/>
                  <a:ext cx="11466431" cy="5609246"/>
                  <a:chOff x="329529" y="926221"/>
                  <a:chExt cx="11466431" cy="5609246"/>
                </a:xfrm>
              </p:grpSpPr>
              <p:grpSp>
                <p:nvGrpSpPr>
                  <p:cNvPr id="124" name="Group 123">
                    <a:extLst>
                      <a:ext uri="{FF2B5EF4-FFF2-40B4-BE49-F238E27FC236}">
                        <a16:creationId xmlns:a16="http://schemas.microsoft.com/office/drawing/2014/main" id="{9ABA20C0-E84B-9DF5-C567-85CFEE0271E3}"/>
                      </a:ext>
                    </a:extLst>
                  </p:cNvPr>
                  <p:cNvGrpSpPr/>
                  <p:nvPr/>
                </p:nvGrpSpPr>
                <p:grpSpPr>
                  <a:xfrm>
                    <a:off x="329529" y="926221"/>
                    <a:ext cx="11466431" cy="5609246"/>
                    <a:chOff x="390161" y="779206"/>
                    <a:chExt cx="11466431" cy="5609246"/>
                  </a:xfrm>
                </p:grpSpPr>
                <p:grpSp>
                  <p:nvGrpSpPr>
                    <p:cNvPr id="126" name="Group 125">
                      <a:extLst>
                        <a:ext uri="{FF2B5EF4-FFF2-40B4-BE49-F238E27FC236}">
                          <a16:creationId xmlns:a16="http://schemas.microsoft.com/office/drawing/2014/main" id="{50570E84-68EB-4A85-EB16-54462D3542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0161" y="779206"/>
                      <a:ext cx="11466431" cy="5609246"/>
                      <a:chOff x="390161" y="779206"/>
                      <a:chExt cx="11466431" cy="5609246"/>
                    </a:xfrm>
                  </p:grpSpPr>
                  <p:grpSp>
                    <p:nvGrpSpPr>
                      <p:cNvPr id="130" name="Group 129">
                        <a:extLst>
                          <a:ext uri="{FF2B5EF4-FFF2-40B4-BE49-F238E27FC236}">
                            <a16:creationId xmlns:a16="http://schemas.microsoft.com/office/drawing/2014/main" id="{1E8C2C74-F233-7DEF-AD63-982E7299E85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0161" y="779206"/>
                        <a:ext cx="11466431" cy="5609246"/>
                        <a:chOff x="383958" y="836029"/>
                        <a:chExt cx="11466431" cy="5609246"/>
                      </a:xfrm>
                    </p:grpSpPr>
                    <p:grpSp>
                      <p:nvGrpSpPr>
                        <p:cNvPr id="143" name="Group 142">
                          <a:extLst>
                            <a:ext uri="{FF2B5EF4-FFF2-40B4-BE49-F238E27FC236}">
                              <a16:creationId xmlns:a16="http://schemas.microsoft.com/office/drawing/2014/main" id="{F09B60FF-F3AC-A8CD-AC92-A2BAB80CDDB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83958" y="1336763"/>
                          <a:ext cx="11466431" cy="5108512"/>
                          <a:chOff x="492814" y="1304104"/>
                          <a:chExt cx="11466431" cy="5108512"/>
                        </a:xfrm>
                      </p:grpSpPr>
                      <p:grpSp>
                        <p:nvGrpSpPr>
                          <p:cNvPr id="146" name="Group 145">
                            <a:extLst>
                              <a:ext uri="{FF2B5EF4-FFF2-40B4-BE49-F238E27FC236}">
                                <a16:creationId xmlns:a16="http://schemas.microsoft.com/office/drawing/2014/main" id="{33EF617D-E7F9-26D7-E102-AAF84455116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92814" y="1304104"/>
                            <a:ext cx="11466431" cy="5108512"/>
                            <a:chOff x="4855217" y="1536384"/>
                            <a:chExt cx="6563180" cy="4490116"/>
                          </a:xfrm>
                        </p:grpSpPr>
                        <p:sp>
                          <p:nvSpPr>
                            <p:cNvPr id="159" name="Rectangle: Rounded Corners 158">
                              <a:extLst>
                                <a:ext uri="{FF2B5EF4-FFF2-40B4-BE49-F238E27FC236}">
                                  <a16:creationId xmlns:a16="http://schemas.microsoft.com/office/drawing/2014/main" id="{3B807F6A-A32D-778D-7899-2CF72839DBF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88387" y="1703054"/>
                              <a:ext cx="5290737" cy="3742631"/>
                            </a:xfrm>
                            <a:prstGeom prst="roundRect">
                              <a:avLst/>
                            </a:prstGeom>
                            <a:solidFill>
                              <a:srgbClr val="DFDFDF"/>
                            </a:solidFill>
                            <a:ln>
                              <a:solidFill>
                                <a:srgbClr val="BFBFBF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00" dirty="0">
                                <a:solidFill>
                                  <a:srgbClr val="EAD21E"/>
                                </a:solidFill>
                                <a:latin typeface="Lato" panose="020F0502020204030203" pitchFamily="34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56" name="Rectangle: Rounded Corners 155">
                              <a:extLst>
                                <a:ext uri="{FF2B5EF4-FFF2-40B4-BE49-F238E27FC236}">
                                  <a16:creationId xmlns:a16="http://schemas.microsoft.com/office/drawing/2014/main" id="{23D0C5A6-5236-9168-F0E2-A01D753FC2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989220" y="1536384"/>
                              <a:ext cx="429177" cy="4048316"/>
                            </a:xfrm>
                            <a:prstGeom prst="roundRect">
                              <a:avLst/>
                            </a:prstGeom>
                            <a:solidFill>
                              <a:srgbClr val="445469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vert="vert270" rtlCol="0" anchor="ctr"/>
                            <a:lstStyle/>
                            <a:p>
                              <a:pPr algn="ctr"/>
                              <a:r>
                                <a:rPr lang="en-US" b="1">
                                  <a:solidFill>
                                    <a:schemeClr val="bg1"/>
                                  </a:solidFill>
                                  <a:latin typeface="Lato" panose="020F0502020204030203" pitchFamily="34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a:t>External Influences</a:t>
                              </a:r>
                              <a:endParaRPr lang="en-US" b="1" dirty="0">
                                <a:solidFill>
                                  <a:schemeClr val="bg1"/>
                                </a:solidFill>
                                <a:latin typeface="Lato" panose="020F0502020204030203" pitchFamily="34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57" name="Rectangle: Rounded Corners 156">
                              <a:extLst>
                                <a:ext uri="{FF2B5EF4-FFF2-40B4-BE49-F238E27FC236}">
                                  <a16:creationId xmlns:a16="http://schemas.microsoft.com/office/drawing/2014/main" id="{2C373B20-1FF1-AC93-531D-6A55BA43E3B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855217" y="1536384"/>
                              <a:ext cx="428398" cy="4048316"/>
                            </a:xfrm>
                            <a:prstGeom prst="roundRect">
                              <a:avLst/>
                            </a:prstGeom>
                            <a:solidFill>
                              <a:srgbClr val="445469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vert="vert270" rtlCol="0" anchor="ctr"/>
                            <a:lstStyle/>
                            <a:p>
                              <a:pPr algn="ctr"/>
                              <a:r>
                                <a:rPr lang="en-US" b="1" dirty="0">
                                  <a:solidFill>
                                    <a:schemeClr val="bg1"/>
                                  </a:solidFill>
                                  <a:latin typeface="Lato" panose="020F0502020204030203" pitchFamily="34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a:t>Strategic Alliances</a:t>
                              </a:r>
                            </a:p>
                          </p:txBody>
                        </p:sp>
                        <p:sp>
                          <p:nvSpPr>
                            <p:cNvPr id="158" name="Rectangle: Rounded Corners 157">
                              <a:extLst>
                                <a:ext uri="{FF2B5EF4-FFF2-40B4-BE49-F238E27FC236}">
                                  <a16:creationId xmlns:a16="http://schemas.microsoft.com/office/drawing/2014/main" id="{66C9E2EB-F227-64A5-F451-630DF7993C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7908354" y="3042477"/>
                              <a:ext cx="440118" cy="5527928"/>
                            </a:xfrm>
                            <a:prstGeom prst="roundRect">
                              <a:avLst/>
                            </a:prstGeom>
                            <a:solidFill>
                              <a:srgbClr val="667D9C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vert="vert" rtlCol="0" anchor="ctr"/>
                            <a:lstStyle/>
                            <a:p>
                              <a:pPr algn="ctr"/>
                              <a:r>
                                <a:rPr lang="en-US" b="1">
                                  <a:solidFill>
                                    <a:schemeClr val="bg1"/>
                                  </a:solidFill>
                                  <a:latin typeface="Lato" panose="020F0502020204030203" pitchFamily="34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a:t>Technology Partners</a:t>
                              </a:r>
                              <a:endParaRPr lang="en-US" b="1" dirty="0">
                                <a:solidFill>
                                  <a:schemeClr val="bg1"/>
                                </a:solidFill>
                                <a:latin typeface="Lato" panose="020F0502020204030203" pitchFamily="34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7" name="Rectangle: Rounded Corners 146">
                            <a:extLst>
                              <a:ext uri="{FF2B5EF4-FFF2-40B4-BE49-F238E27FC236}">
                                <a16:creationId xmlns:a16="http://schemas.microsoft.com/office/drawing/2014/main" id="{C6052F8C-D138-9E90-A047-E5BC8CD789C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76325" y="1809569"/>
                            <a:ext cx="4135023" cy="3832278"/>
                          </a:xfrm>
                          <a:prstGeom prst="roundRect">
                            <a:avLst/>
                          </a:prstGeom>
                          <a:solidFill>
                            <a:schemeClr val="bg1"/>
                          </a:solidFill>
                          <a:ln w="19050">
                            <a:solidFill>
                              <a:schemeClr val="accent1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00" dirty="0">
                              <a:solidFill>
                                <a:srgbClr val="EAD21E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49" name="Rectangle: Rounded Corners 148">
                            <a:extLst>
                              <a:ext uri="{FF2B5EF4-FFF2-40B4-BE49-F238E27FC236}">
                                <a16:creationId xmlns:a16="http://schemas.microsoft.com/office/drawing/2014/main" id="{472E5A63-FF93-1F48-D577-428DB806FED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230835" y="2288711"/>
                            <a:ext cx="1544547" cy="500732"/>
                          </a:xfrm>
                          <a:prstGeom prst="roundRect">
                            <a:avLst/>
                          </a:prstGeom>
                          <a:solidFill>
                            <a:srgbClr val="FFB814"/>
                          </a:solidFill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sz="1300" b="1">
                                <a:solidFill>
                                  <a:srgbClr val="082D4A"/>
                                </a:solidFill>
                                <a:latin typeface="Lato" panose="020F0502020204030203" pitchFamily="34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a:t>Alignment</a:t>
                            </a:r>
                            <a:endParaRPr lang="en-US" sz="1300" b="1" dirty="0">
                              <a:solidFill>
                                <a:srgbClr val="082D4A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50" name="Rectangle: Rounded Corners 149">
                            <a:extLst>
                              <a:ext uri="{FF2B5EF4-FFF2-40B4-BE49-F238E27FC236}">
                                <a16:creationId xmlns:a16="http://schemas.microsoft.com/office/drawing/2014/main" id="{22F04566-D177-F9B8-42D8-E9990A6A298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349248" y="2919336"/>
                            <a:ext cx="1294339" cy="459617"/>
                          </a:xfrm>
                          <a:prstGeom prst="roundRect">
                            <a:avLst/>
                          </a:prstGeom>
                          <a:solidFill>
                            <a:srgbClr val="FFB814"/>
                          </a:solidFill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sz="1300" b="1">
                                <a:solidFill>
                                  <a:srgbClr val="082D4A"/>
                                </a:solidFill>
                                <a:latin typeface="Lato" panose="020F0502020204030203" pitchFamily="34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a:t>Solutions</a:t>
                            </a:r>
                            <a:endParaRPr lang="en-US" sz="1300" b="1" dirty="0">
                              <a:solidFill>
                                <a:srgbClr val="082D4A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51" name="Rectangle 150">
                            <a:extLst>
                              <a:ext uri="{FF2B5EF4-FFF2-40B4-BE49-F238E27FC236}">
                                <a16:creationId xmlns:a16="http://schemas.microsoft.com/office/drawing/2014/main" id="{C7AF15CB-7561-9260-DC74-79BD71F87B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480896" y="2388440"/>
                            <a:ext cx="3285629" cy="1902783"/>
                          </a:xfrm>
                          <a:prstGeom prst="rect">
                            <a:avLst/>
                          </a:prstGeom>
                          <a:solidFill>
                            <a:srgbClr val="082D4A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00" dirty="0">
                              <a:solidFill>
                                <a:srgbClr val="EAD21E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" name="Rectangle: Rounded Corners 4">
                            <a:extLst>
                              <a:ext uri="{FF2B5EF4-FFF2-40B4-BE49-F238E27FC236}">
                                <a16:creationId xmlns:a16="http://schemas.microsoft.com/office/drawing/2014/main" id="{20483269-1FA1-1391-DF62-088DE176619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16200000">
                            <a:off x="4869605" y="2966234"/>
                            <a:ext cx="1644089" cy="671038"/>
                          </a:xfrm>
                          <a:prstGeom prst="round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sz="1200" b="1" dirty="0">
                                <a:solidFill>
                                  <a:srgbClr val="082D4A"/>
                                </a:solidFill>
                                <a:latin typeface="Lato" panose="020F0502020204030203" pitchFamily="34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a:t>Oracle Technology Solutions</a:t>
                            </a:r>
                          </a:p>
                        </p:txBody>
                      </p:sp>
                      <p:sp>
                        <p:nvSpPr>
                          <p:cNvPr id="6" name="Rectangle: Rounded Corners 5">
                            <a:extLst>
                              <a:ext uri="{FF2B5EF4-FFF2-40B4-BE49-F238E27FC236}">
                                <a16:creationId xmlns:a16="http://schemas.microsoft.com/office/drawing/2014/main" id="{E4040DF5-74C6-46C7-967C-02EAEB30261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16200000">
                            <a:off x="6376899" y="2966234"/>
                            <a:ext cx="1644089" cy="671038"/>
                          </a:xfrm>
                          <a:prstGeom prst="roundRect">
                            <a:avLst/>
                          </a:prstGeom>
                          <a:solidFill>
                            <a:srgbClr val="F0F0F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sz="1200" b="1" dirty="0">
                                <a:solidFill>
                                  <a:srgbClr val="082D4A"/>
                                </a:solidFill>
                                <a:latin typeface="Lato" panose="020F0502020204030203" pitchFamily="34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a:t>Testing Services</a:t>
                            </a:r>
                          </a:p>
                        </p:txBody>
                      </p:sp>
                      <p:sp>
                        <p:nvSpPr>
                          <p:cNvPr id="7" name="Rectangle: Rounded Corners 6">
                            <a:extLst>
                              <a:ext uri="{FF2B5EF4-FFF2-40B4-BE49-F238E27FC236}">
                                <a16:creationId xmlns:a16="http://schemas.microsoft.com/office/drawing/2014/main" id="{79547369-22AA-64B1-985D-98D56EC0B14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16200000">
                            <a:off x="4119336" y="2966234"/>
                            <a:ext cx="1644089" cy="671039"/>
                          </a:xfrm>
                          <a:prstGeom prst="round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sz="1200" b="1" dirty="0">
                                <a:solidFill>
                                  <a:srgbClr val="082D4A"/>
                                </a:solidFill>
                                <a:latin typeface="Lato" panose="020F0502020204030203" pitchFamily="34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a:t>SAP Solutions &amp; Services</a:t>
                            </a:r>
                          </a:p>
                        </p:txBody>
                      </p:sp>
                      <p:sp>
                        <p:nvSpPr>
                          <p:cNvPr id="148" name="Rectangle: Rounded Corners 147">
                            <a:extLst>
                              <a:ext uri="{FF2B5EF4-FFF2-40B4-BE49-F238E27FC236}">
                                <a16:creationId xmlns:a16="http://schemas.microsoft.com/office/drawing/2014/main" id="{77AC075F-2E4B-EC6A-22C1-AB0A05EE4C8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756556" y="3365091"/>
                            <a:ext cx="1567543" cy="685800"/>
                          </a:xfrm>
                          <a:prstGeom prst="roundRect">
                            <a:avLst/>
                          </a:prstGeom>
                          <a:solidFill>
                            <a:srgbClr val="FFB814"/>
                          </a:solidFill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sz="1300" b="1">
                                <a:solidFill>
                                  <a:srgbClr val="082D4A"/>
                                </a:solidFill>
                                <a:latin typeface="Lato" panose="020F0502020204030203" pitchFamily="34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a:t>Governance</a:t>
                            </a:r>
                            <a:endParaRPr lang="en-US" sz="1300" b="1" dirty="0">
                              <a:solidFill>
                                <a:srgbClr val="082D4A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44" name="Rectangle 143">
                          <a:extLst>
                            <a:ext uri="{FF2B5EF4-FFF2-40B4-BE49-F238E27FC236}">
                              <a16:creationId xmlns:a16="http://schemas.microsoft.com/office/drawing/2014/main" id="{5FB47A95-BD78-3DB1-337C-8D901C33FE6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362083" y="1956384"/>
                          <a:ext cx="3285629" cy="400586"/>
                        </a:xfrm>
                        <a:prstGeom prst="rect">
                          <a:avLst/>
                        </a:prstGeom>
                        <a:solidFill>
                          <a:srgbClr val="082D4A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FFB814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Managed Services</a:t>
                          </a:r>
                          <a:endParaRPr lang="en-US" sz="1600" b="1" dirty="0">
                            <a:solidFill>
                              <a:srgbClr val="FFB814"/>
                            </a:solidFill>
                            <a:latin typeface="Lato" panose="020F0502020204030203" pitchFamily="34" charset="0"/>
                            <a:ea typeface="Lato" panose="020F0502020204030203" pitchFamily="34" charset="0"/>
                            <a:cs typeface="Lato" panose="020F0502020204030203" pitchFamily="34" charset="0"/>
                          </a:endParaRPr>
                        </a:p>
                      </p:txBody>
                    </p:sp>
                    <p:sp>
                      <p:nvSpPr>
                        <p:cNvPr id="145" name="Rectangle: Rounded Corners 144">
                          <a:extLst>
                            <a:ext uri="{FF2B5EF4-FFF2-40B4-BE49-F238E27FC236}">
                              <a16:creationId xmlns:a16="http://schemas.microsoft.com/office/drawing/2014/main" id="{8F76B77D-CA8F-9A74-866E-651211D360E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5856517" y="-3735976"/>
                          <a:ext cx="500732" cy="9644741"/>
                        </a:xfrm>
                        <a:prstGeom prst="roundRect">
                          <a:avLst/>
                        </a:prstGeom>
                        <a:solidFill>
                          <a:srgbClr val="667D9C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vert="vert" rtlCol="0" anchor="ctr"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Clients</a:t>
                          </a:r>
                          <a:endParaRPr lang="en-US" sz="2000" b="1" dirty="0">
                            <a:solidFill>
                              <a:schemeClr val="bg1"/>
                            </a:solidFill>
                            <a:latin typeface="Lato" panose="020F0502020204030203" pitchFamily="34" charset="0"/>
                            <a:ea typeface="Lato" panose="020F0502020204030203" pitchFamily="34" charset="0"/>
                            <a:cs typeface="Lato" panose="020F0502020204030203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31" name="Arrow: Right 130">
                        <a:extLst>
                          <a:ext uri="{FF2B5EF4-FFF2-40B4-BE49-F238E27FC236}">
                            <a16:creationId xmlns:a16="http://schemas.microsoft.com/office/drawing/2014/main" id="{308B6748-5D65-C003-6A78-3094DFA17F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7317" y="2396415"/>
                        <a:ext cx="379043" cy="342725"/>
                      </a:xfrm>
                      <a:prstGeom prst="rightArrow">
                        <a:avLst/>
                      </a:prstGeom>
                      <a:solidFill>
                        <a:srgbClr val="082D4A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00">
                          <a:solidFill>
                            <a:srgbClr val="EAD21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endParaRPr>
                      </a:p>
                    </p:txBody>
                  </p:sp>
                  <p:sp>
                    <p:nvSpPr>
                      <p:cNvPr id="132" name="Arrow: Right 131">
                        <a:extLst>
                          <a:ext uri="{FF2B5EF4-FFF2-40B4-BE49-F238E27FC236}">
                            <a16:creationId xmlns:a16="http://schemas.microsoft.com/office/drawing/2014/main" id="{555C4FBB-FBD2-6647-0932-8F5DF393C7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451" y="3506966"/>
                        <a:ext cx="379043" cy="342725"/>
                      </a:xfrm>
                      <a:prstGeom prst="rightArrow">
                        <a:avLst/>
                      </a:prstGeom>
                      <a:solidFill>
                        <a:srgbClr val="082D4A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00">
                          <a:solidFill>
                            <a:srgbClr val="EAD21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endParaRPr>
                      </a:p>
                    </p:txBody>
                  </p:sp>
                  <p:sp>
                    <p:nvSpPr>
                      <p:cNvPr id="133" name="Arrow: Right 132">
                        <a:extLst>
                          <a:ext uri="{FF2B5EF4-FFF2-40B4-BE49-F238E27FC236}">
                            <a16:creationId xmlns:a16="http://schemas.microsoft.com/office/drawing/2014/main" id="{54155144-8872-BBD9-9733-D9FE4B0887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451" y="4628331"/>
                        <a:ext cx="379043" cy="342725"/>
                      </a:xfrm>
                      <a:prstGeom prst="rightArrow">
                        <a:avLst/>
                      </a:prstGeom>
                      <a:solidFill>
                        <a:srgbClr val="082D4A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00" dirty="0">
                          <a:solidFill>
                            <a:srgbClr val="EAD21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endParaRPr>
                      </a:p>
                    </p:txBody>
                  </p:sp>
                  <p:sp>
                    <p:nvSpPr>
                      <p:cNvPr id="134" name="Arrow: Right 133">
                        <a:extLst>
                          <a:ext uri="{FF2B5EF4-FFF2-40B4-BE49-F238E27FC236}">
                            <a16:creationId xmlns:a16="http://schemas.microsoft.com/office/drawing/2014/main" id="{4906C378-B7CC-AFF5-4336-A3283CA41813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10745289" y="4628331"/>
                        <a:ext cx="379043" cy="342725"/>
                      </a:xfrm>
                      <a:prstGeom prst="rightArrow">
                        <a:avLst/>
                      </a:prstGeom>
                      <a:solidFill>
                        <a:srgbClr val="082D4A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00" dirty="0">
                          <a:solidFill>
                            <a:srgbClr val="EAD21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endParaRPr>
                      </a:p>
                    </p:txBody>
                  </p:sp>
                  <p:sp>
                    <p:nvSpPr>
                      <p:cNvPr id="135" name="Arrow: Right 134">
                        <a:extLst>
                          <a:ext uri="{FF2B5EF4-FFF2-40B4-BE49-F238E27FC236}">
                            <a16:creationId xmlns:a16="http://schemas.microsoft.com/office/drawing/2014/main" id="{886EA624-517A-92C3-C5F7-9C56820124B2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10740908" y="3506966"/>
                        <a:ext cx="379043" cy="342725"/>
                      </a:xfrm>
                      <a:prstGeom prst="rightArrow">
                        <a:avLst/>
                      </a:prstGeom>
                      <a:solidFill>
                        <a:srgbClr val="082D4A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00">
                          <a:solidFill>
                            <a:srgbClr val="EAD21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endParaRPr>
                      </a:p>
                    </p:txBody>
                  </p:sp>
                  <p:sp>
                    <p:nvSpPr>
                      <p:cNvPr id="136" name="Arrow: Right 135">
                        <a:extLst>
                          <a:ext uri="{FF2B5EF4-FFF2-40B4-BE49-F238E27FC236}">
                            <a16:creationId xmlns:a16="http://schemas.microsoft.com/office/drawing/2014/main" id="{9F3D5BB3-D166-91F0-6674-ABA76A779213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10733734" y="2396415"/>
                        <a:ext cx="379043" cy="342725"/>
                      </a:xfrm>
                      <a:prstGeom prst="rightArrow">
                        <a:avLst/>
                      </a:prstGeom>
                      <a:solidFill>
                        <a:srgbClr val="082D4A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00" dirty="0">
                          <a:solidFill>
                            <a:srgbClr val="EAD21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endParaRPr>
                      </a:p>
                    </p:txBody>
                  </p:sp>
                  <p:sp>
                    <p:nvSpPr>
                      <p:cNvPr id="137" name="Arrow: Right 136">
                        <a:extLst>
                          <a:ext uri="{FF2B5EF4-FFF2-40B4-BE49-F238E27FC236}">
                            <a16:creationId xmlns:a16="http://schemas.microsoft.com/office/drawing/2014/main" id="{A88B20D0-E2D8-EE6C-EA34-23D2F1BF7935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235859" y="1180796"/>
                        <a:ext cx="228259" cy="342726"/>
                      </a:xfrm>
                      <a:prstGeom prst="rightArrow">
                        <a:avLst/>
                      </a:prstGeom>
                      <a:solidFill>
                        <a:srgbClr val="082D4A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00">
                          <a:solidFill>
                            <a:srgbClr val="EAD21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endParaRPr>
                      </a:p>
                    </p:txBody>
                  </p:sp>
                  <p:sp>
                    <p:nvSpPr>
                      <p:cNvPr id="138" name="Arrow: Right 137">
                        <a:extLst>
                          <a:ext uri="{FF2B5EF4-FFF2-40B4-BE49-F238E27FC236}">
                            <a16:creationId xmlns:a16="http://schemas.microsoft.com/office/drawing/2014/main" id="{DCF3FF23-ED8C-3B4B-4694-4188A95242E2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010073" y="1175424"/>
                        <a:ext cx="205106" cy="350558"/>
                      </a:xfrm>
                      <a:prstGeom prst="rightArrow">
                        <a:avLst/>
                      </a:prstGeom>
                      <a:solidFill>
                        <a:srgbClr val="082D4A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00" dirty="0">
                          <a:solidFill>
                            <a:srgbClr val="EAD21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endParaRPr>
                      </a:p>
                    </p:txBody>
                  </p:sp>
                  <p:sp>
                    <p:nvSpPr>
                      <p:cNvPr id="139" name="Arrow: Right 138">
                        <a:extLst>
                          <a:ext uri="{FF2B5EF4-FFF2-40B4-BE49-F238E27FC236}">
                            <a16:creationId xmlns:a16="http://schemas.microsoft.com/office/drawing/2014/main" id="{9A7731B9-A18E-D6A5-8E8D-58D972EBCE53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8734036" y="1174642"/>
                        <a:ext cx="223784" cy="350559"/>
                      </a:xfrm>
                      <a:prstGeom prst="rightArrow">
                        <a:avLst/>
                      </a:prstGeom>
                      <a:solidFill>
                        <a:srgbClr val="082D4A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00">
                          <a:solidFill>
                            <a:srgbClr val="EAD21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endParaRPr>
                      </a:p>
                    </p:txBody>
                  </p:sp>
                  <p:sp>
                    <p:nvSpPr>
                      <p:cNvPr id="140" name="Arrow: Right 139">
                        <a:extLst>
                          <a:ext uri="{FF2B5EF4-FFF2-40B4-BE49-F238E27FC236}">
                            <a16:creationId xmlns:a16="http://schemas.microsoft.com/office/drawing/2014/main" id="{BAC8D2C6-4CCE-D7CF-D7A9-01F2CCCC5B9C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260183" y="5624639"/>
                        <a:ext cx="179606" cy="342726"/>
                      </a:xfrm>
                      <a:prstGeom prst="rightArrow">
                        <a:avLst/>
                      </a:prstGeom>
                      <a:solidFill>
                        <a:srgbClr val="082D4A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00">
                          <a:solidFill>
                            <a:srgbClr val="EAD21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endParaRPr>
                      </a:p>
                    </p:txBody>
                  </p:sp>
                  <p:sp>
                    <p:nvSpPr>
                      <p:cNvPr id="141" name="Arrow: Right 140">
                        <a:extLst>
                          <a:ext uri="{FF2B5EF4-FFF2-40B4-BE49-F238E27FC236}">
                            <a16:creationId xmlns:a16="http://schemas.microsoft.com/office/drawing/2014/main" id="{347E8E8B-97E1-2996-4031-264C32B58094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8923572" y="5627529"/>
                        <a:ext cx="179606" cy="342726"/>
                      </a:xfrm>
                      <a:prstGeom prst="rightArrow">
                        <a:avLst/>
                      </a:prstGeom>
                      <a:solidFill>
                        <a:srgbClr val="082D4A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00">
                          <a:solidFill>
                            <a:srgbClr val="EAD21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endParaRPr>
                      </a:p>
                    </p:txBody>
                  </p:sp>
                  <p:sp>
                    <p:nvSpPr>
                      <p:cNvPr id="142" name="Arrow: Right 141">
                        <a:extLst>
                          <a:ext uri="{FF2B5EF4-FFF2-40B4-BE49-F238E27FC236}">
                            <a16:creationId xmlns:a16="http://schemas.microsoft.com/office/drawing/2014/main" id="{53DE570D-445C-4192-8381-3B1619033FBF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001860" y="5625359"/>
                        <a:ext cx="179606" cy="342726"/>
                      </a:xfrm>
                      <a:prstGeom prst="rightArrow">
                        <a:avLst/>
                      </a:prstGeom>
                      <a:solidFill>
                        <a:srgbClr val="082D4A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00">
                          <a:solidFill>
                            <a:srgbClr val="EAD21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endParaRPr>
                      </a:p>
                    </p:txBody>
                  </p:sp>
                </p:grpSp>
                <p:sp>
                  <p:nvSpPr>
                    <p:cNvPr id="128" name="Rectangle: Rounded Corners 127">
                      <a:extLst>
                        <a:ext uri="{FF2B5EF4-FFF2-40B4-BE49-F238E27FC236}">
                          <a16:creationId xmlns:a16="http://schemas.microsoft.com/office/drawing/2014/main" id="{B5007753-5842-8E28-B929-0572D07E3F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67055" y="4280826"/>
                      <a:ext cx="1294340" cy="470649"/>
                    </a:xfrm>
                    <a:prstGeom prst="roundRect">
                      <a:avLst/>
                    </a:prstGeom>
                    <a:solidFill>
                      <a:srgbClr val="FFB814"/>
                    </a:solidFill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82D4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Products &amp; Services</a:t>
                      </a:r>
                    </a:p>
                  </p:txBody>
                </p:sp>
              </p:grpSp>
              <p:cxnSp>
                <p:nvCxnSpPr>
                  <p:cNvPr id="120" name="Straight Arrow Connector 119">
                    <a:extLst>
                      <a:ext uri="{FF2B5EF4-FFF2-40B4-BE49-F238E27FC236}">
                        <a16:creationId xmlns:a16="http://schemas.microsoft.com/office/drawing/2014/main" id="{9A5CEED0-1631-9D65-A7AD-48D60D8B68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531900" y="3501804"/>
                    <a:ext cx="0" cy="912269"/>
                  </a:xfrm>
                  <a:prstGeom prst="straightConnector1">
                    <a:avLst/>
                  </a:prstGeom>
                  <a:ln w="12700">
                    <a:solidFill>
                      <a:schemeClr val="accent1">
                        <a:lumMod val="5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>
                    <a:extLst>
                      <a:ext uri="{FF2B5EF4-FFF2-40B4-BE49-F238E27FC236}">
                        <a16:creationId xmlns:a16="http://schemas.microsoft.com/office/drawing/2014/main" id="{83EABB20-B2D3-0035-FFE9-A1527DBCCF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043296" y="3487942"/>
                    <a:ext cx="0" cy="926132"/>
                  </a:xfrm>
                  <a:prstGeom prst="straightConnector1">
                    <a:avLst/>
                  </a:prstGeom>
                  <a:ln w="12700">
                    <a:solidFill>
                      <a:schemeClr val="accent1">
                        <a:lumMod val="5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00CB2BF5-E595-7770-B620-1B41AA875F6A}"/>
                    </a:ext>
                  </a:extLst>
                </p:cNvPr>
                <p:cNvSpPr txBox="1"/>
                <p:nvPr/>
              </p:nvSpPr>
              <p:spPr>
                <a:xfrm rot="16200000">
                  <a:off x="7258470" y="3315861"/>
                  <a:ext cx="1322718" cy="284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b="1" dirty="0">
                      <a:solidFill>
                        <a:srgbClr val="082D4A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Enablement</a:t>
                  </a:r>
                </a:p>
              </p:txBody>
            </p:sp>
          </p:grp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EE127D4-9687-E0E9-791E-4BED495DC37E}"/>
                  </a:ext>
                </a:extLst>
              </p:cNvPr>
              <p:cNvSpPr txBox="1"/>
              <p:nvPr/>
            </p:nvSpPr>
            <p:spPr>
              <a:xfrm>
                <a:off x="2977062" y="3780116"/>
                <a:ext cx="1119729" cy="286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>
                    <a:solidFill>
                      <a:srgbClr val="082D4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Advice</a:t>
                </a:r>
                <a:endParaRPr lang="en-US" sz="1200" b="1" dirty="0">
                  <a:solidFill>
                    <a:srgbClr val="082D4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7A8C1C4-AC1C-92AE-59CC-59461CB0D97E}"/>
                  </a:ext>
                </a:extLst>
              </p:cNvPr>
              <p:cNvSpPr txBox="1"/>
              <p:nvPr/>
            </p:nvSpPr>
            <p:spPr>
              <a:xfrm>
                <a:off x="3053970" y="3517982"/>
                <a:ext cx="957147" cy="286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>
                    <a:solidFill>
                      <a:srgbClr val="082D4A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Guidance</a:t>
                </a:r>
                <a:endParaRPr lang="en-US" sz="1200" b="1" dirty="0">
                  <a:solidFill>
                    <a:srgbClr val="082D4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BD3A546-B75B-05F6-35A0-F5E400766BA6}"/>
                </a:ext>
              </a:extLst>
            </p:cNvPr>
            <p:cNvSpPr/>
            <p:nvPr/>
          </p:nvSpPr>
          <p:spPr>
            <a:xfrm>
              <a:off x="4349587" y="5258815"/>
              <a:ext cx="3275105" cy="349407"/>
            </a:xfrm>
            <a:prstGeom prst="rect">
              <a:avLst/>
            </a:prstGeom>
            <a:solidFill>
              <a:srgbClr val="082D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B81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Channel Alliances 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76F897-767D-D7AC-E580-6B67EE32FEE6}"/>
              </a:ext>
            </a:extLst>
          </p:cNvPr>
          <p:cNvSpPr/>
          <p:nvPr/>
        </p:nvSpPr>
        <p:spPr>
          <a:xfrm>
            <a:off x="3523404" y="5206402"/>
            <a:ext cx="2686323" cy="285675"/>
          </a:xfrm>
          <a:prstGeom prst="rect">
            <a:avLst/>
          </a:prstGeom>
          <a:solidFill>
            <a:srgbClr val="082D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B81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Business Development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53740B-589D-2864-25BB-24B281AA7F9F}"/>
              </a:ext>
            </a:extLst>
          </p:cNvPr>
          <p:cNvSpPr/>
          <p:nvPr/>
        </p:nvSpPr>
        <p:spPr>
          <a:xfrm>
            <a:off x="3523404" y="4877134"/>
            <a:ext cx="2686323" cy="289441"/>
          </a:xfrm>
          <a:prstGeom prst="rect">
            <a:avLst/>
          </a:prstGeom>
          <a:solidFill>
            <a:srgbClr val="082D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B81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Management Office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F2F15F4A-A14E-4826-8C47-7B44C968B49D}"/>
              </a:ext>
            </a:extLst>
          </p:cNvPr>
          <p:cNvCxnSpPr>
            <a:cxnSpLocks/>
            <a:stCxn id="14" idx="3"/>
            <a:endCxn id="151" idx="3"/>
          </p:cNvCxnSpPr>
          <p:nvPr/>
        </p:nvCxnSpPr>
        <p:spPr>
          <a:xfrm flipV="1">
            <a:off x="6209727" y="4142666"/>
            <a:ext cx="12700" cy="879189"/>
          </a:xfrm>
          <a:prstGeom prst="bentConnector3">
            <a:avLst>
              <a:gd name="adj1" fmla="val 1220685"/>
            </a:avLst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57671128-439C-A526-60C0-A290D01C8A86}"/>
              </a:ext>
            </a:extLst>
          </p:cNvPr>
          <p:cNvCxnSpPr>
            <a:cxnSpLocks/>
            <a:stCxn id="14" idx="3"/>
            <a:endCxn id="144" idx="3"/>
          </p:cNvCxnSpPr>
          <p:nvPr/>
        </p:nvCxnSpPr>
        <p:spPr>
          <a:xfrm flipH="1" flipV="1">
            <a:off x="6201587" y="3263337"/>
            <a:ext cx="8140" cy="1758518"/>
          </a:xfrm>
          <a:prstGeom prst="bentConnector3">
            <a:avLst>
              <a:gd name="adj1" fmla="val -2033636"/>
            </a:avLst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20456DCE-1CC8-E1B9-858B-182A21EE1A1F}"/>
              </a:ext>
            </a:extLst>
          </p:cNvPr>
          <p:cNvCxnSpPr>
            <a:cxnSpLocks/>
            <a:stCxn id="149" idx="0"/>
          </p:cNvCxnSpPr>
          <p:nvPr/>
        </p:nvCxnSpPr>
        <p:spPr>
          <a:xfrm rot="16200000" flipV="1">
            <a:off x="7010605" y="2354702"/>
            <a:ext cx="213159" cy="1842337"/>
          </a:xfrm>
          <a:prstGeom prst="bentConnector2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8E3FE76F-E660-DE94-008D-3E2806B2B45C}"/>
              </a:ext>
            </a:extLst>
          </p:cNvPr>
          <p:cNvCxnSpPr>
            <a:cxnSpLocks/>
            <a:stCxn id="9" idx="3"/>
            <a:endCxn id="128" idx="2"/>
          </p:cNvCxnSpPr>
          <p:nvPr/>
        </p:nvCxnSpPr>
        <p:spPr>
          <a:xfrm flipV="1">
            <a:off x="6209727" y="5181104"/>
            <a:ext cx="1022286" cy="168136"/>
          </a:xfrm>
          <a:prstGeom prst="bentConnector2">
            <a:avLst/>
          </a:prstGeom>
          <a:noFill/>
          <a:ln w="12700" cap="flat">
            <a:solidFill>
              <a:srgbClr val="082D4A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FB3A489D-F3BD-56B4-BF00-8259C45B030B}"/>
              </a:ext>
            </a:extLst>
          </p:cNvPr>
          <p:cNvCxnSpPr>
            <a:cxnSpLocks/>
            <a:endCxn id="150" idx="0"/>
          </p:cNvCxnSpPr>
          <p:nvPr/>
        </p:nvCxnSpPr>
        <p:spPr>
          <a:xfrm>
            <a:off x="6201122" y="3659245"/>
            <a:ext cx="1014163" cy="179300"/>
          </a:xfrm>
          <a:prstGeom prst="bentConnector2">
            <a:avLst/>
          </a:prstGeom>
          <a:noFill/>
          <a:ln w="12700" cap="flat">
            <a:solidFill>
              <a:srgbClr val="082D4A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ACF1F3E9-8383-F27C-4A00-9AF1817BF6C9}"/>
              </a:ext>
            </a:extLst>
          </p:cNvPr>
          <p:cNvSpPr txBox="1"/>
          <p:nvPr/>
        </p:nvSpPr>
        <p:spPr>
          <a:xfrm rot="16200000">
            <a:off x="6255586" y="4344102"/>
            <a:ext cx="1126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1100" b="1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Advice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E0A9550-655F-7157-5D76-071D1648C48F}"/>
              </a:ext>
            </a:extLst>
          </p:cNvPr>
          <p:cNvSpPr txBox="1"/>
          <p:nvPr/>
        </p:nvSpPr>
        <p:spPr>
          <a:xfrm rot="5400000">
            <a:off x="7097438" y="4372733"/>
            <a:ext cx="8988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1100" b="1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1000" dirty="0"/>
              <a:t>Alignment</a:t>
            </a: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391638E0-DC54-4FE2-B94B-6F9B0D2F9B79}"/>
              </a:ext>
            </a:extLst>
          </p:cNvPr>
          <p:cNvCxnSpPr>
            <a:cxnSpLocks/>
            <a:stCxn id="149" idx="2"/>
            <a:endCxn id="95" idx="3"/>
          </p:cNvCxnSpPr>
          <p:nvPr/>
        </p:nvCxnSpPr>
        <p:spPr>
          <a:xfrm rot="5400000">
            <a:off x="6164877" y="3780846"/>
            <a:ext cx="1909720" cy="1837230"/>
          </a:xfrm>
          <a:prstGeom prst="bentConnector2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DCF78E-0C37-2AD3-DE43-C5B8E27ACB5E}"/>
              </a:ext>
            </a:extLst>
          </p:cNvPr>
          <p:cNvCxnSpPr>
            <a:cxnSpLocks/>
            <a:stCxn id="148" idx="3"/>
          </p:cNvCxnSpPr>
          <p:nvPr/>
        </p:nvCxnSpPr>
        <p:spPr>
          <a:xfrm flipV="1">
            <a:off x="2577609" y="4404958"/>
            <a:ext cx="588500" cy="3976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8A65167-72D4-193D-2587-C3472342382A}"/>
              </a:ext>
            </a:extLst>
          </p:cNvPr>
          <p:cNvSpPr/>
          <p:nvPr/>
        </p:nvSpPr>
        <p:spPr>
          <a:xfrm rot="16200000">
            <a:off x="4546534" y="3840805"/>
            <a:ext cx="1189079" cy="5486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&amp; AI Solutions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294A4D-406B-D9F2-AD60-69A0DC1BDE05}"/>
              </a:ext>
            </a:extLst>
          </p:cNvPr>
          <p:cNvSpPr txBox="1"/>
          <p:nvPr/>
        </p:nvSpPr>
        <p:spPr>
          <a:xfrm>
            <a:off x="525518" y="1093076"/>
            <a:ext cx="11193516" cy="646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200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defRPr>
            </a:lvl1pPr>
          </a:lstStyle>
          <a:p>
            <a:r>
              <a:rPr lang="en-US" dirty="0"/>
              <a:t>Our comprehensive portfolio spans the entire digital spectrum, delivering end-to-end capabilities from infrastructure to application management.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C0E386-B30D-4706-BDA6-CFDB129131B8}"/>
              </a:ext>
            </a:extLst>
          </p:cNvPr>
          <p:cNvSpPr txBox="1"/>
          <p:nvPr/>
        </p:nvSpPr>
        <p:spPr>
          <a:xfrm>
            <a:off x="9701745" y="3520585"/>
            <a:ext cx="2259946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1200" b="1" dirty="0"/>
              <a:t>Integrated Capabilities</a:t>
            </a:r>
          </a:p>
          <a:p>
            <a:endParaRPr lang="en-US" sz="1200" dirty="0"/>
          </a:p>
          <a:p>
            <a:r>
              <a:rPr lang="en-US" sz="1200" dirty="0"/>
              <a:t>A holistic approach combining</a:t>
            </a:r>
          </a:p>
          <a:p>
            <a:endParaRPr lang="en-US" sz="12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1200" dirty="0"/>
              <a:t>Managed Services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200" dirty="0"/>
              <a:t>SAP Solutions &amp; Services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200" dirty="0"/>
              <a:t>Data &amp; AI Solutions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200" dirty="0"/>
              <a:t>Oracle Technology Solutions</a:t>
            </a:r>
            <a:endParaRPr kumimoji="0" lang="en-EG" sz="1200" b="0" i="0" u="none" strike="noStrike" cap="none" spc="0" normalizeH="0" baseline="0" dirty="0">
              <a:ln>
                <a:noFill/>
              </a:ln>
              <a:solidFill>
                <a:srgbClr val="445469"/>
              </a:solidFill>
              <a:effectLst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81B31145-DCDF-3C7E-87B2-03A279CB0428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</p:spTree>
    <p:extLst>
      <p:ext uri="{BB962C8B-B14F-4D97-AF65-F5344CB8AC3E}">
        <p14:creationId xmlns:p14="http://schemas.microsoft.com/office/powerpoint/2010/main" val="11449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AD2E9-3CC8-0BBD-9338-9BE09347F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B76FF6-D7DD-5E88-01D5-6CB97D5D94A2}"/>
              </a:ext>
            </a:extLst>
          </p:cNvPr>
          <p:cNvSpPr txBox="1"/>
          <p:nvPr/>
        </p:nvSpPr>
        <p:spPr>
          <a:xfrm>
            <a:off x="762000" y="166847"/>
            <a:ext cx="10668000" cy="769441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indent="0" algn="ctr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1" i="0" u="none" strike="noStrike" cap="all" spc="360" normalizeH="0" baseline="0">
                <a:ln>
                  <a:noFill/>
                </a:ln>
                <a:solidFill>
                  <a:srgbClr val="082D4A"/>
                </a:solidFill>
                <a:effectLst/>
                <a:uFillTx/>
                <a:latin typeface="Nexa Bold"/>
                <a:ea typeface="Nexa Bold"/>
                <a:cs typeface="Nexa Bold"/>
              </a:defRPr>
            </a:lvl1pPr>
            <a:lvl2pPr marL="0" marR="0" indent="457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2pPr>
            <a:lvl3pPr marL="0" marR="0" indent="914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3pPr>
            <a:lvl4pPr marL="0" marR="0" indent="1371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4pPr>
            <a:lvl5pPr marL="0" marR="0" indent="18288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5pPr>
            <a:lvl6pPr marL="0" marR="0" indent="22860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6pPr>
            <a:lvl7pPr marL="0" marR="0" indent="2743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7pPr>
            <a:lvl8pPr marL="0" marR="0" indent="3200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8pPr>
            <a:lvl9pPr marL="0" marR="0" indent="3657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9pPr>
          </a:lstStyle>
          <a:p>
            <a:r>
              <a:rPr lang="en-US" sz="4400" dirty="0"/>
              <a:t>Managed Services Portfolio</a:t>
            </a:r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35A96308-B104-15BD-4D0C-D0860C675615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D8919F27-BDA8-FFA4-5831-CBF171CA54E9}"/>
              </a:ext>
            </a:extLst>
          </p:cNvPr>
          <p:cNvSpPr txBox="1"/>
          <p:nvPr/>
        </p:nvSpPr>
        <p:spPr>
          <a:xfrm>
            <a:off x="2242109" y="6419140"/>
            <a:ext cx="23582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24/7 Operations &amp; SLA Discipline</a:t>
            </a:r>
            <a:endParaRPr lang="en-US" sz="1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85" name="Image 0" descr="preencoded.png">
            <a:extLst>
              <a:ext uri="{FF2B5EF4-FFF2-40B4-BE49-F238E27FC236}">
                <a16:creationId xmlns:a16="http://schemas.microsoft.com/office/drawing/2014/main" id="{E197EAC8-94C9-B90C-C30E-9B95C099CF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01591" y="6431027"/>
            <a:ext cx="171907" cy="171907"/>
          </a:xfrm>
          <a:prstGeom prst="rect">
            <a:avLst/>
          </a:prstGeom>
        </p:spPr>
      </p:pic>
      <p:sp>
        <p:nvSpPr>
          <p:cNvPr id="86" name="Text 5">
            <a:extLst>
              <a:ext uri="{FF2B5EF4-FFF2-40B4-BE49-F238E27FC236}">
                <a16:creationId xmlns:a16="http://schemas.microsoft.com/office/drawing/2014/main" id="{54210725-22B7-DDE5-F77A-C9013340D889}"/>
              </a:ext>
            </a:extLst>
          </p:cNvPr>
          <p:cNvSpPr txBox="1"/>
          <p:nvPr/>
        </p:nvSpPr>
        <p:spPr>
          <a:xfrm>
            <a:off x="4958791" y="6419140"/>
            <a:ext cx="2437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 Reduction &amp; Faster Response</a:t>
            </a:r>
            <a:endParaRPr lang="en-US" sz="1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87" name="Image 1" descr="preencoded.png">
            <a:extLst>
              <a:ext uri="{FF2B5EF4-FFF2-40B4-BE49-F238E27FC236}">
                <a16:creationId xmlns:a16="http://schemas.microsoft.com/office/drawing/2014/main" id="{999508CF-E62B-2F24-6954-5EDEEE2877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85025" y="6431027"/>
            <a:ext cx="171907" cy="171907"/>
          </a:xfrm>
          <a:prstGeom prst="rect">
            <a:avLst/>
          </a:prstGeom>
        </p:spPr>
      </p:pic>
      <p:sp>
        <p:nvSpPr>
          <p:cNvPr id="88" name="Text 6">
            <a:extLst>
              <a:ext uri="{FF2B5EF4-FFF2-40B4-BE49-F238E27FC236}">
                <a16:creationId xmlns:a16="http://schemas.microsoft.com/office/drawing/2014/main" id="{B5D14875-07A1-4307-3FF2-EACB3CE6399E}"/>
              </a:ext>
            </a:extLst>
          </p:cNvPr>
          <p:cNvSpPr txBox="1"/>
          <p:nvPr/>
        </p:nvSpPr>
        <p:spPr>
          <a:xfrm>
            <a:off x="7742225" y="6419140"/>
            <a:ext cx="26298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Cost Optimization &amp; Service Visibility</a:t>
            </a:r>
            <a:endParaRPr lang="en-US" sz="1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89" name="Image 3" descr="preencoded.png">
            <a:extLst>
              <a:ext uri="{FF2B5EF4-FFF2-40B4-BE49-F238E27FC236}">
                <a16:creationId xmlns:a16="http://schemas.microsoft.com/office/drawing/2014/main" id="{A033598C-4FE3-0006-EFFD-C607972937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381305" y="2013645"/>
            <a:ext cx="2572207" cy="1374343"/>
          </a:xfrm>
          <a:prstGeom prst="rect">
            <a:avLst/>
          </a:prstGeom>
        </p:spPr>
      </p:pic>
      <p:pic>
        <p:nvPicPr>
          <p:cNvPr id="90" name="Image 4" descr="preencoded.png">
            <a:extLst>
              <a:ext uri="{FF2B5EF4-FFF2-40B4-BE49-F238E27FC236}">
                <a16:creationId xmlns:a16="http://schemas.microsoft.com/office/drawing/2014/main" id="{723C07C0-5A94-5AE4-EC66-894A1BC991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192" r="-3192"/>
          <a:stretch/>
        </p:blipFill>
        <p:spPr>
          <a:xfrm>
            <a:off x="495605" y="2230358"/>
            <a:ext cx="228600" cy="171907"/>
          </a:xfrm>
          <a:prstGeom prst="rect">
            <a:avLst/>
          </a:prstGeom>
        </p:spPr>
      </p:pic>
      <p:sp>
        <p:nvSpPr>
          <p:cNvPr id="91" name="Text 7">
            <a:extLst>
              <a:ext uri="{FF2B5EF4-FFF2-40B4-BE49-F238E27FC236}">
                <a16:creationId xmlns:a16="http://schemas.microsoft.com/office/drawing/2014/main" id="{C458BB33-849D-07BE-AB75-F42451CF2A5F}"/>
              </a:ext>
            </a:extLst>
          </p:cNvPr>
          <p:cNvSpPr txBox="1"/>
          <p:nvPr/>
        </p:nvSpPr>
        <p:spPr>
          <a:xfrm>
            <a:off x="819302" y="2156291"/>
            <a:ext cx="198699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Network Operation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Center (NOC)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2" name="Text 8">
            <a:extLst>
              <a:ext uri="{FF2B5EF4-FFF2-40B4-BE49-F238E27FC236}">
                <a16:creationId xmlns:a16="http://schemas.microsoft.com/office/drawing/2014/main" id="{DC04542D-71A4-9E5D-DBA4-5F66C109D947}"/>
              </a:ext>
            </a:extLst>
          </p:cNvPr>
          <p:cNvSpPr txBox="1"/>
          <p:nvPr/>
        </p:nvSpPr>
        <p:spPr>
          <a:xfrm>
            <a:off x="495605" y="2552226"/>
            <a:ext cx="24195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24/7 network monitoring and administration to maintain stability, reduce downtime, and protect critical operations.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3" name="Shape 9">
            <a:extLst>
              <a:ext uri="{FF2B5EF4-FFF2-40B4-BE49-F238E27FC236}">
                <a16:creationId xmlns:a16="http://schemas.microsoft.com/office/drawing/2014/main" id="{BADE8ADE-CD8D-D98B-DD37-5E4627E5D241}"/>
              </a:ext>
            </a:extLst>
          </p:cNvPr>
          <p:cNvSpPr/>
          <p:nvPr/>
        </p:nvSpPr>
        <p:spPr>
          <a:xfrm>
            <a:off x="495605" y="3068862"/>
            <a:ext cx="2343607" cy="209398"/>
          </a:xfrm>
          <a:prstGeom prst="roundRect">
            <a:avLst>
              <a:gd name="adj" fmla="val 43668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 sz="1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4" name="Text 10">
            <a:extLst>
              <a:ext uri="{FF2B5EF4-FFF2-40B4-BE49-F238E27FC236}">
                <a16:creationId xmlns:a16="http://schemas.microsoft.com/office/drawing/2014/main" id="{1CF220CA-4901-7247-00C0-2769795401D1}"/>
              </a:ext>
            </a:extLst>
          </p:cNvPr>
          <p:cNvSpPr txBox="1"/>
          <p:nvPr/>
        </p:nvSpPr>
        <p:spPr>
          <a:xfrm>
            <a:off x="527609" y="3107267"/>
            <a:ext cx="227868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24/7 • SLA • ITIL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5" name="Image 5" descr="preencoded.png">
            <a:extLst>
              <a:ext uri="{FF2B5EF4-FFF2-40B4-BE49-F238E27FC236}">
                <a16:creationId xmlns:a16="http://schemas.microsoft.com/office/drawing/2014/main" id="{6B5500B5-3E0D-479E-953D-89F9BA089E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3333902" y="1424365"/>
            <a:ext cx="2572207" cy="1374343"/>
          </a:xfrm>
          <a:prstGeom prst="rect">
            <a:avLst/>
          </a:prstGeom>
        </p:spPr>
      </p:pic>
      <p:pic>
        <p:nvPicPr>
          <p:cNvPr id="96" name="Image 6" descr="preencoded.png">
            <a:extLst>
              <a:ext uri="{FF2B5EF4-FFF2-40B4-BE49-F238E27FC236}">
                <a16:creationId xmlns:a16="http://schemas.microsoft.com/office/drawing/2014/main" id="{A421A1FF-3583-0719-A2BD-7F045D9269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6489" r="-16489"/>
          <a:stretch/>
        </p:blipFill>
        <p:spPr>
          <a:xfrm>
            <a:off x="3448202" y="1641078"/>
            <a:ext cx="228600" cy="171907"/>
          </a:xfrm>
          <a:prstGeom prst="rect">
            <a:avLst/>
          </a:prstGeom>
        </p:spPr>
      </p:pic>
      <p:sp>
        <p:nvSpPr>
          <p:cNvPr id="97" name="Text 11">
            <a:extLst>
              <a:ext uri="{FF2B5EF4-FFF2-40B4-BE49-F238E27FC236}">
                <a16:creationId xmlns:a16="http://schemas.microsoft.com/office/drawing/2014/main" id="{03095583-0F35-FB36-5426-1C00E011CCB7}"/>
              </a:ext>
            </a:extLst>
          </p:cNvPr>
          <p:cNvSpPr txBox="1"/>
          <p:nvPr/>
        </p:nvSpPr>
        <p:spPr>
          <a:xfrm>
            <a:off x="3771900" y="1567011"/>
            <a:ext cx="198699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Service Operation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Center (SOC)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8" name="Text 12">
            <a:extLst>
              <a:ext uri="{FF2B5EF4-FFF2-40B4-BE49-F238E27FC236}">
                <a16:creationId xmlns:a16="http://schemas.microsoft.com/office/drawing/2014/main" id="{4FED5934-4AFC-39B4-2920-44B541A21F04}"/>
              </a:ext>
            </a:extLst>
          </p:cNvPr>
          <p:cNvSpPr txBox="1"/>
          <p:nvPr/>
        </p:nvSpPr>
        <p:spPr>
          <a:xfrm>
            <a:off x="3448202" y="1962946"/>
            <a:ext cx="24195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Service operations for services up-time continuity, detection, response, and prevention across the IT landscape.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9" name="Shape 13">
            <a:extLst>
              <a:ext uri="{FF2B5EF4-FFF2-40B4-BE49-F238E27FC236}">
                <a16:creationId xmlns:a16="http://schemas.microsoft.com/office/drawing/2014/main" id="{09D985A0-5FD9-20B2-E499-B75FD58580DD}"/>
              </a:ext>
            </a:extLst>
          </p:cNvPr>
          <p:cNvSpPr/>
          <p:nvPr/>
        </p:nvSpPr>
        <p:spPr>
          <a:xfrm>
            <a:off x="3448202" y="2479582"/>
            <a:ext cx="2343607" cy="209398"/>
          </a:xfrm>
          <a:prstGeom prst="roundRect">
            <a:avLst>
              <a:gd name="adj" fmla="val 43668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 sz="1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Text 14">
            <a:extLst>
              <a:ext uri="{FF2B5EF4-FFF2-40B4-BE49-F238E27FC236}">
                <a16:creationId xmlns:a16="http://schemas.microsoft.com/office/drawing/2014/main" id="{F3BDFDB8-DC19-8C3E-4DB2-7EDF21C6F3AA}"/>
              </a:ext>
            </a:extLst>
          </p:cNvPr>
          <p:cNvSpPr txBox="1"/>
          <p:nvPr/>
        </p:nvSpPr>
        <p:spPr>
          <a:xfrm>
            <a:off x="3480206" y="2517987"/>
            <a:ext cx="227868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Detection • Response • Protection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1" name="Image 7" descr="preencoded.png">
            <a:extLst>
              <a:ext uri="{FF2B5EF4-FFF2-40B4-BE49-F238E27FC236}">
                <a16:creationId xmlns:a16="http://schemas.microsoft.com/office/drawing/2014/main" id="{4365AA1E-C0CF-1B94-D03D-5736D469E4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6286500" y="1424365"/>
            <a:ext cx="2572207" cy="1374343"/>
          </a:xfrm>
          <a:prstGeom prst="rect">
            <a:avLst/>
          </a:prstGeom>
        </p:spPr>
      </p:pic>
      <p:pic>
        <p:nvPicPr>
          <p:cNvPr id="102" name="Image 8" descr="preencoded.png">
            <a:extLst>
              <a:ext uri="{FF2B5EF4-FFF2-40B4-BE49-F238E27FC236}">
                <a16:creationId xmlns:a16="http://schemas.microsoft.com/office/drawing/2014/main" id="{72C20C5A-701C-B04D-042F-5036424A9E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9102" r="-9102"/>
          <a:stretch/>
        </p:blipFill>
        <p:spPr>
          <a:xfrm>
            <a:off x="6400800" y="1641078"/>
            <a:ext cx="228600" cy="171907"/>
          </a:xfrm>
          <a:prstGeom prst="rect">
            <a:avLst/>
          </a:prstGeom>
        </p:spPr>
      </p:pic>
      <p:sp>
        <p:nvSpPr>
          <p:cNvPr id="103" name="Text 15">
            <a:extLst>
              <a:ext uri="{FF2B5EF4-FFF2-40B4-BE49-F238E27FC236}">
                <a16:creationId xmlns:a16="http://schemas.microsoft.com/office/drawing/2014/main" id="{5B08AA2A-E9B1-830D-8415-0D98E1363207}"/>
              </a:ext>
            </a:extLst>
          </p:cNvPr>
          <p:cNvSpPr txBox="1"/>
          <p:nvPr/>
        </p:nvSpPr>
        <p:spPr>
          <a:xfrm>
            <a:off x="6724498" y="1567011"/>
            <a:ext cx="198699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CCC Command &amp;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Control Center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8243C96E-EC48-458D-D738-359F85AE4F1D}"/>
              </a:ext>
            </a:extLst>
          </p:cNvPr>
          <p:cNvSpPr txBox="1"/>
          <p:nvPr/>
        </p:nvSpPr>
        <p:spPr>
          <a:xfrm>
            <a:off x="6400800" y="1962946"/>
            <a:ext cx="24195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Centralized monitoring and command for security, surveillance, and incident coordination across critical assets.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5" name="Shape 17">
            <a:extLst>
              <a:ext uri="{FF2B5EF4-FFF2-40B4-BE49-F238E27FC236}">
                <a16:creationId xmlns:a16="http://schemas.microsoft.com/office/drawing/2014/main" id="{DB30CACD-4810-CB30-3220-1E8DDF18E644}"/>
              </a:ext>
            </a:extLst>
          </p:cNvPr>
          <p:cNvSpPr/>
          <p:nvPr/>
        </p:nvSpPr>
        <p:spPr>
          <a:xfrm>
            <a:off x="6400800" y="2479582"/>
            <a:ext cx="2343607" cy="209398"/>
          </a:xfrm>
          <a:prstGeom prst="roundRect">
            <a:avLst>
              <a:gd name="adj" fmla="val 43668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 sz="1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6" name="Text 18">
            <a:extLst>
              <a:ext uri="{FF2B5EF4-FFF2-40B4-BE49-F238E27FC236}">
                <a16:creationId xmlns:a16="http://schemas.microsoft.com/office/drawing/2014/main" id="{BF48EF95-2574-33FF-C06D-1F0F40A5BAC4}"/>
              </a:ext>
            </a:extLst>
          </p:cNvPr>
          <p:cNvSpPr txBox="1"/>
          <p:nvPr/>
        </p:nvSpPr>
        <p:spPr>
          <a:xfrm>
            <a:off x="6432804" y="2517987"/>
            <a:ext cx="227868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Monitoring • Coordination • Critical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504F14A-9951-E4D4-0F70-C72431E6F7F6}"/>
              </a:ext>
            </a:extLst>
          </p:cNvPr>
          <p:cNvGrpSpPr/>
          <p:nvPr/>
        </p:nvGrpSpPr>
        <p:grpSpPr>
          <a:xfrm>
            <a:off x="9239097" y="2111536"/>
            <a:ext cx="2572207" cy="1374343"/>
            <a:chOff x="9239098" y="1481125"/>
            <a:chExt cx="2572207" cy="1374343"/>
          </a:xfrm>
        </p:grpSpPr>
        <p:pic>
          <p:nvPicPr>
            <p:cNvPr id="108" name="Image 9" descr="preencoded.png">
              <a:extLst>
                <a:ext uri="{FF2B5EF4-FFF2-40B4-BE49-F238E27FC236}">
                  <a16:creationId xmlns:a16="http://schemas.microsoft.com/office/drawing/2014/main" id="{56093BA8-823F-B510-646D-ED2E2710E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17" r="-17"/>
            <a:stretch/>
          </p:blipFill>
          <p:spPr>
            <a:xfrm>
              <a:off x="9239098" y="1481125"/>
              <a:ext cx="2572207" cy="1374343"/>
            </a:xfrm>
            <a:prstGeom prst="rect">
              <a:avLst/>
            </a:prstGeom>
          </p:spPr>
        </p:pic>
        <p:pic>
          <p:nvPicPr>
            <p:cNvPr id="109" name="Image 10" descr="preencoded.png">
              <a:extLst>
                <a:ext uri="{FF2B5EF4-FFF2-40B4-BE49-F238E27FC236}">
                  <a16:creationId xmlns:a16="http://schemas.microsoft.com/office/drawing/2014/main" id="{4323E3CC-D474-BD39-C999-AE541A4CB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-9102" r="-9102"/>
            <a:stretch/>
          </p:blipFill>
          <p:spPr>
            <a:xfrm>
              <a:off x="9353398" y="1697838"/>
              <a:ext cx="228600" cy="171907"/>
            </a:xfrm>
            <a:prstGeom prst="rect">
              <a:avLst/>
            </a:prstGeom>
          </p:spPr>
        </p:pic>
        <p:sp>
          <p:nvSpPr>
            <p:cNvPr id="110" name="Text 19">
              <a:extLst>
                <a:ext uri="{FF2B5EF4-FFF2-40B4-BE49-F238E27FC236}">
                  <a16:creationId xmlns:a16="http://schemas.microsoft.com/office/drawing/2014/main" id="{77C6564F-2629-D271-2809-7F8A9E88A11E}"/>
                </a:ext>
              </a:extLst>
            </p:cNvPr>
            <p:cNvSpPr txBox="1"/>
            <p:nvPr/>
          </p:nvSpPr>
          <p:spPr>
            <a:xfrm>
              <a:off x="9677095" y="1623771"/>
              <a:ext cx="1987906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Application Managed</a:t>
              </a:r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Service (AMS)</a:t>
              </a:r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1" name="Text 20">
              <a:extLst>
                <a:ext uri="{FF2B5EF4-FFF2-40B4-BE49-F238E27FC236}">
                  <a16:creationId xmlns:a16="http://schemas.microsoft.com/office/drawing/2014/main" id="{B24C24DE-BE07-5AB6-40F2-0AEDEB541123}"/>
                </a:ext>
              </a:extLst>
            </p:cNvPr>
            <p:cNvSpPr txBox="1"/>
            <p:nvPr/>
          </p:nvSpPr>
          <p:spPr>
            <a:xfrm>
              <a:off x="9353398" y="2019706"/>
              <a:ext cx="2419502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Application maintenance, enhancements, and support to improve performance, reliability, and cost efficiency.</a:t>
              </a:r>
              <a:endPara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2" name="Shape 21">
              <a:extLst>
                <a:ext uri="{FF2B5EF4-FFF2-40B4-BE49-F238E27FC236}">
                  <a16:creationId xmlns:a16="http://schemas.microsoft.com/office/drawing/2014/main" id="{9A21DFEA-01EC-B421-9B65-1ED912FA83CC}"/>
                </a:ext>
              </a:extLst>
            </p:cNvPr>
            <p:cNvSpPr/>
            <p:nvPr/>
          </p:nvSpPr>
          <p:spPr>
            <a:xfrm>
              <a:off x="9353398" y="2536342"/>
              <a:ext cx="2343607" cy="209398"/>
            </a:xfrm>
            <a:prstGeom prst="roundRect">
              <a:avLst>
                <a:gd name="adj" fmla="val 436680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3" name="Text 22">
              <a:extLst>
                <a:ext uri="{FF2B5EF4-FFF2-40B4-BE49-F238E27FC236}">
                  <a16:creationId xmlns:a16="http://schemas.microsoft.com/office/drawing/2014/main" id="{84C80872-55F8-C449-654B-BF8374127226}"/>
                </a:ext>
              </a:extLst>
            </p:cNvPr>
            <p:cNvSpPr txBox="1"/>
            <p:nvPr/>
          </p:nvSpPr>
          <p:spPr>
            <a:xfrm>
              <a:off x="9386316" y="2574747"/>
              <a:ext cx="2278685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B728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Maintenance • Enhancements • Support</a:t>
              </a:r>
              <a:endPara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114" name="Image 11" descr="preencoded.png">
            <a:extLst>
              <a:ext uri="{FF2B5EF4-FFF2-40B4-BE49-F238E27FC236}">
                <a16:creationId xmlns:a16="http://schemas.microsoft.com/office/drawing/2014/main" id="{9CC1226A-5D4B-6CDD-7871-CD40A59646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381305" y="4439954"/>
            <a:ext cx="2572207" cy="1374343"/>
          </a:xfrm>
          <a:prstGeom prst="rect">
            <a:avLst/>
          </a:prstGeom>
        </p:spPr>
      </p:pic>
      <p:pic>
        <p:nvPicPr>
          <p:cNvPr id="115" name="Image 12" descr="preencoded.png">
            <a:extLst>
              <a:ext uri="{FF2B5EF4-FFF2-40B4-BE49-F238E27FC236}">
                <a16:creationId xmlns:a16="http://schemas.microsoft.com/office/drawing/2014/main" id="{8324484D-409D-810B-AA83-0F34B9D0BE6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3192" r="-3192"/>
          <a:stretch/>
        </p:blipFill>
        <p:spPr>
          <a:xfrm>
            <a:off x="495605" y="4656667"/>
            <a:ext cx="228600" cy="171907"/>
          </a:xfrm>
          <a:prstGeom prst="rect">
            <a:avLst/>
          </a:prstGeom>
        </p:spPr>
      </p:pic>
      <p:sp>
        <p:nvSpPr>
          <p:cNvPr id="116" name="Text 23">
            <a:extLst>
              <a:ext uri="{FF2B5EF4-FFF2-40B4-BE49-F238E27FC236}">
                <a16:creationId xmlns:a16="http://schemas.microsoft.com/office/drawing/2014/main" id="{47D66D42-F449-E3FB-BEAD-5AD97559C877}"/>
              </a:ext>
            </a:extLst>
          </p:cNvPr>
          <p:cNvSpPr txBox="1"/>
          <p:nvPr/>
        </p:nvSpPr>
        <p:spPr>
          <a:xfrm>
            <a:off x="819301" y="4582601"/>
            <a:ext cx="199979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Cloud Managed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Services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7" name="Text 24">
            <a:extLst>
              <a:ext uri="{FF2B5EF4-FFF2-40B4-BE49-F238E27FC236}">
                <a16:creationId xmlns:a16="http://schemas.microsoft.com/office/drawing/2014/main" id="{5D4F80BC-A722-0F91-F064-6B1CE8C9696F}"/>
              </a:ext>
            </a:extLst>
          </p:cNvPr>
          <p:cNvSpPr txBox="1"/>
          <p:nvPr/>
        </p:nvSpPr>
        <p:spPr>
          <a:xfrm>
            <a:off x="495605" y="4978536"/>
            <a:ext cx="24195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Cloud operations across IaaS/PaaS/SaaS, modernization, migration support, and real-time monitoring.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8" name="Shape 25">
            <a:extLst>
              <a:ext uri="{FF2B5EF4-FFF2-40B4-BE49-F238E27FC236}">
                <a16:creationId xmlns:a16="http://schemas.microsoft.com/office/drawing/2014/main" id="{84C76B7D-D071-CA63-AB61-A55818DB2A46}"/>
              </a:ext>
            </a:extLst>
          </p:cNvPr>
          <p:cNvSpPr/>
          <p:nvPr/>
        </p:nvSpPr>
        <p:spPr>
          <a:xfrm>
            <a:off x="495605" y="5495172"/>
            <a:ext cx="2343607" cy="209398"/>
          </a:xfrm>
          <a:prstGeom prst="roundRect">
            <a:avLst>
              <a:gd name="adj" fmla="val 43668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 sz="28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9" name="Text 26">
            <a:extLst>
              <a:ext uri="{FF2B5EF4-FFF2-40B4-BE49-F238E27FC236}">
                <a16:creationId xmlns:a16="http://schemas.microsoft.com/office/drawing/2014/main" id="{25DF1E31-1AB0-E35F-2209-07F9210C5C0D}"/>
              </a:ext>
            </a:extLst>
          </p:cNvPr>
          <p:cNvSpPr txBox="1"/>
          <p:nvPr/>
        </p:nvSpPr>
        <p:spPr>
          <a:xfrm>
            <a:off x="527609" y="5533577"/>
            <a:ext cx="227868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IaaS/PaaS/SaaS • Migration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20" name="Image 13" descr="preencoded.png">
            <a:extLst>
              <a:ext uri="{FF2B5EF4-FFF2-40B4-BE49-F238E27FC236}">
                <a16:creationId xmlns:a16="http://schemas.microsoft.com/office/drawing/2014/main" id="{4B276E07-7B6E-F940-6011-7695EEAB53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3333902" y="4907314"/>
            <a:ext cx="2572207" cy="1374343"/>
          </a:xfrm>
          <a:prstGeom prst="rect">
            <a:avLst/>
          </a:prstGeom>
        </p:spPr>
      </p:pic>
      <p:pic>
        <p:nvPicPr>
          <p:cNvPr id="121" name="Image 14" descr="preencoded.png">
            <a:extLst>
              <a:ext uri="{FF2B5EF4-FFF2-40B4-BE49-F238E27FC236}">
                <a16:creationId xmlns:a16="http://schemas.microsoft.com/office/drawing/2014/main" id="{D4FB08B9-EDE7-8665-3766-B01FB495EF3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6489" r="-16489"/>
          <a:stretch/>
        </p:blipFill>
        <p:spPr>
          <a:xfrm>
            <a:off x="3448202" y="5124027"/>
            <a:ext cx="228600" cy="171907"/>
          </a:xfrm>
          <a:prstGeom prst="rect">
            <a:avLst/>
          </a:prstGeom>
        </p:spPr>
      </p:pic>
      <p:sp>
        <p:nvSpPr>
          <p:cNvPr id="122" name="Text 27">
            <a:extLst>
              <a:ext uri="{FF2B5EF4-FFF2-40B4-BE49-F238E27FC236}">
                <a16:creationId xmlns:a16="http://schemas.microsoft.com/office/drawing/2014/main" id="{314CE198-A16F-0086-47A3-0A25FFB8FB59}"/>
              </a:ext>
            </a:extLst>
          </p:cNvPr>
          <p:cNvSpPr txBox="1"/>
          <p:nvPr/>
        </p:nvSpPr>
        <p:spPr>
          <a:xfrm>
            <a:off x="3771899" y="5049961"/>
            <a:ext cx="198699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Centre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Operations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3" name="Text 28">
            <a:extLst>
              <a:ext uri="{FF2B5EF4-FFF2-40B4-BE49-F238E27FC236}">
                <a16:creationId xmlns:a16="http://schemas.microsoft.com/office/drawing/2014/main" id="{B570FD30-A6A3-3779-3983-870CD533CCF2}"/>
              </a:ext>
            </a:extLst>
          </p:cNvPr>
          <p:cNvSpPr txBox="1"/>
          <p:nvPr/>
        </p:nvSpPr>
        <p:spPr>
          <a:xfrm>
            <a:off x="3448202" y="5445896"/>
            <a:ext cx="24195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Operational governance for data center efficiency, availability, capacity, and lifecycle planning.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4" name="Shape 29">
            <a:extLst>
              <a:ext uri="{FF2B5EF4-FFF2-40B4-BE49-F238E27FC236}">
                <a16:creationId xmlns:a16="http://schemas.microsoft.com/office/drawing/2014/main" id="{4D622BF8-AC8B-03C0-4665-D32D2D30B415}"/>
              </a:ext>
            </a:extLst>
          </p:cNvPr>
          <p:cNvSpPr/>
          <p:nvPr/>
        </p:nvSpPr>
        <p:spPr>
          <a:xfrm>
            <a:off x="3448202" y="5962532"/>
            <a:ext cx="2343607" cy="209398"/>
          </a:xfrm>
          <a:prstGeom prst="roundRect">
            <a:avLst>
              <a:gd name="adj" fmla="val 43668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 sz="1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5" name="Text 30">
            <a:extLst>
              <a:ext uri="{FF2B5EF4-FFF2-40B4-BE49-F238E27FC236}">
                <a16:creationId xmlns:a16="http://schemas.microsoft.com/office/drawing/2014/main" id="{7CB28E02-A917-346A-A404-93115C6CA353}"/>
              </a:ext>
            </a:extLst>
          </p:cNvPr>
          <p:cNvSpPr txBox="1"/>
          <p:nvPr/>
        </p:nvSpPr>
        <p:spPr>
          <a:xfrm>
            <a:off x="3480206" y="6000937"/>
            <a:ext cx="227868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Governance • Availability • Efficiency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26" name="Image 15" descr="preencoded.png">
            <a:extLst>
              <a:ext uri="{FF2B5EF4-FFF2-40B4-BE49-F238E27FC236}">
                <a16:creationId xmlns:a16="http://schemas.microsoft.com/office/drawing/2014/main" id="{89B00310-9CFF-4E35-C1A3-D6689CE8B7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6286500" y="4907314"/>
            <a:ext cx="2572207" cy="1374343"/>
          </a:xfrm>
          <a:prstGeom prst="rect">
            <a:avLst/>
          </a:prstGeom>
        </p:spPr>
      </p:pic>
      <p:pic>
        <p:nvPicPr>
          <p:cNvPr id="127" name="Image 16" descr="preencoded.png">
            <a:extLst>
              <a:ext uri="{FF2B5EF4-FFF2-40B4-BE49-F238E27FC236}">
                <a16:creationId xmlns:a16="http://schemas.microsoft.com/office/drawing/2014/main" id="{B63F0F47-526C-FF1F-897A-6B68A1A58C7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3192" r="-3192"/>
          <a:stretch/>
        </p:blipFill>
        <p:spPr>
          <a:xfrm>
            <a:off x="6400800" y="5124027"/>
            <a:ext cx="228600" cy="171907"/>
          </a:xfrm>
          <a:prstGeom prst="rect">
            <a:avLst/>
          </a:prstGeom>
        </p:spPr>
      </p:pic>
      <p:sp>
        <p:nvSpPr>
          <p:cNvPr id="128" name="Text 31">
            <a:extLst>
              <a:ext uri="{FF2B5EF4-FFF2-40B4-BE49-F238E27FC236}">
                <a16:creationId xmlns:a16="http://schemas.microsoft.com/office/drawing/2014/main" id="{89993076-82CA-48B0-FA47-57FEDD290DF9}"/>
              </a:ext>
            </a:extLst>
          </p:cNvPr>
          <p:cNvSpPr txBox="1"/>
          <p:nvPr/>
        </p:nvSpPr>
        <p:spPr>
          <a:xfrm>
            <a:off x="6724498" y="5049961"/>
            <a:ext cx="201990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Field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Operations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9" name="Text 32">
            <a:extLst>
              <a:ext uri="{FF2B5EF4-FFF2-40B4-BE49-F238E27FC236}">
                <a16:creationId xmlns:a16="http://schemas.microsoft.com/office/drawing/2014/main" id="{DF23D006-1F76-7B7B-9CDB-85439B8FA2D8}"/>
              </a:ext>
            </a:extLst>
          </p:cNvPr>
          <p:cNvSpPr txBox="1"/>
          <p:nvPr/>
        </p:nvSpPr>
        <p:spPr>
          <a:xfrm>
            <a:off x="6400800" y="5445896"/>
            <a:ext cx="24195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On-site deployment, maintenance, and technical support to ensure service continuity and fast remediation.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0" name="Shape 33">
            <a:extLst>
              <a:ext uri="{FF2B5EF4-FFF2-40B4-BE49-F238E27FC236}">
                <a16:creationId xmlns:a16="http://schemas.microsoft.com/office/drawing/2014/main" id="{2A59E134-634A-E522-F0BB-95005241A612}"/>
              </a:ext>
            </a:extLst>
          </p:cNvPr>
          <p:cNvSpPr/>
          <p:nvPr/>
        </p:nvSpPr>
        <p:spPr>
          <a:xfrm>
            <a:off x="6400800" y="5962532"/>
            <a:ext cx="2343607" cy="209398"/>
          </a:xfrm>
          <a:prstGeom prst="roundRect">
            <a:avLst>
              <a:gd name="adj" fmla="val 43668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 sz="1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1" name="Text 34">
            <a:extLst>
              <a:ext uri="{FF2B5EF4-FFF2-40B4-BE49-F238E27FC236}">
                <a16:creationId xmlns:a16="http://schemas.microsoft.com/office/drawing/2014/main" id="{F16A8178-9687-4077-D204-C7B2A673ADF6}"/>
              </a:ext>
            </a:extLst>
          </p:cNvPr>
          <p:cNvSpPr txBox="1"/>
          <p:nvPr/>
        </p:nvSpPr>
        <p:spPr>
          <a:xfrm>
            <a:off x="6432804" y="6000937"/>
            <a:ext cx="227868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On-site • Deployment • Support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E5D4D5D-B926-49BD-1782-FC40A562682C}"/>
              </a:ext>
            </a:extLst>
          </p:cNvPr>
          <p:cNvGrpSpPr/>
          <p:nvPr/>
        </p:nvGrpSpPr>
        <p:grpSpPr>
          <a:xfrm>
            <a:off x="9277044" y="4439954"/>
            <a:ext cx="2572207" cy="1374343"/>
            <a:chOff x="9239098" y="4435754"/>
            <a:chExt cx="2572207" cy="1374343"/>
          </a:xfrm>
        </p:grpSpPr>
        <p:pic>
          <p:nvPicPr>
            <p:cNvPr id="133" name="Image 17" descr="preencoded.png">
              <a:extLst>
                <a:ext uri="{FF2B5EF4-FFF2-40B4-BE49-F238E27FC236}">
                  <a16:creationId xmlns:a16="http://schemas.microsoft.com/office/drawing/2014/main" id="{ECCFE622-8B1E-81D3-0BED-AAC6BF055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17" r="-17"/>
            <a:stretch/>
          </p:blipFill>
          <p:spPr>
            <a:xfrm>
              <a:off x="9239098" y="4435754"/>
              <a:ext cx="2572207" cy="1374343"/>
            </a:xfrm>
            <a:prstGeom prst="rect">
              <a:avLst/>
            </a:prstGeom>
          </p:spPr>
        </p:pic>
        <p:pic>
          <p:nvPicPr>
            <p:cNvPr id="134" name="Image 18" descr="preencoded.png">
              <a:extLst>
                <a:ext uri="{FF2B5EF4-FFF2-40B4-BE49-F238E27FC236}">
                  <a16:creationId xmlns:a16="http://schemas.microsoft.com/office/drawing/2014/main" id="{5567BFA7-910C-5BF8-5401-E729D701A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-16489" r="-16489"/>
            <a:stretch/>
          </p:blipFill>
          <p:spPr>
            <a:xfrm>
              <a:off x="9353398" y="4652467"/>
              <a:ext cx="228600" cy="171907"/>
            </a:xfrm>
            <a:prstGeom prst="rect">
              <a:avLst/>
            </a:prstGeom>
          </p:spPr>
        </p:pic>
        <p:sp>
          <p:nvSpPr>
            <p:cNvPr id="135" name="Text 35">
              <a:extLst>
                <a:ext uri="{FF2B5EF4-FFF2-40B4-BE49-F238E27FC236}">
                  <a16:creationId xmlns:a16="http://schemas.microsoft.com/office/drawing/2014/main" id="{0EA21D6C-2DAD-D39F-607F-4848DCAF991E}"/>
                </a:ext>
              </a:extLst>
            </p:cNvPr>
            <p:cNvSpPr txBox="1"/>
            <p:nvPr/>
          </p:nvSpPr>
          <p:spPr>
            <a:xfrm>
              <a:off x="9677095" y="4578401"/>
              <a:ext cx="2037740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PMO &amp; Decision</a:t>
              </a:r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Support</a:t>
              </a:r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6" name="Text 36">
              <a:extLst>
                <a:ext uri="{FF2B5EF4-FFF2-40B4-BE49-F238E27FC236}">
                  <a16:creationId xmlns:a16="http://schemas.microsoft.com/office/drawing/2014/main" id="{BB9955EB-5C69-333E-FAD1-8F507DC3C199}"/>
                </a:ext>
              </a:extLst>
            </p:cNvPr>
            <p:cNvSpPr txBox="1"/>
            <p:nvPr/>
          </p:nvSpPr>
          <p:spPr>
            <a:xfrm>
              <a:off x="9353398" y="4974336"/>
              <a:ext cx="2419502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Program governance, KPI reporting, and decision enablement to drive disciplined execution and measurable outcomes.</a:t>
              </a:r>
              <a:endPara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7" name="Shape 37">
              <a:extLst>
                <a:ext uri="{FF2B5EF4-FFF2-40B4-BE49-F238E27FC236}">
                  <a16:creationId xmlns:a16="http://schemas.microsoft.com/office/drawing/2014/main" id="{6913A3D1-9067-A739-0B76-85E136803C05}"/>
                </a:ext>
              </a:extLst>
            </p:cNvPr>
            <p:cNvSpPr/>
            <p:nvPr/>
          </p:nvSpPr>
          <p:spPr>
            <a:xfrm>
              <a:off x="9353398" y="5490972"/>
              <a:ext cx="2343607" cy="209398"/>
            </a:xfrm>
            <a:prstGeom prst="roundRect">
              <a:avLst>
                <a:gd name="adj" fmla="val 436680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8" name="Text 38">
              <a:extLst>
                <a:ext uri="{FF2B5EF4-FFF2-40B4-BE49-F238E27FC236}">
                  <a16:creationId xmlns:a16="http://schemas.microsoft.com/office/drawing/2014/main" id="{0B239500-5CBC-3844-40B4-4C66AC8C7670}"/>
                </a:ext>
              </a:extLst>
            </p:cNvPr>
            <p:cNvSpPr txBox="1"/>
            <p:nvPr/>
          </p:nvSpPr>
          <p:spPr>
            <a:xfrm>
              <a:off x="9386316" y="5529377"/>
              <a:ext cx="2278685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B728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Governance • KPI • Enablement</a:t>
              </a:r>
              <a:endPara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39" name="Text 40">
            <a:extLst>
              <a:ext uri="{FF2B5EF4-FFF2-40B4-BE49-F238E27FC236}">
                <a16:creationId xmlns:a16="http://schemas.microsoft.com/office/drawing/2014/main" id="{5D436423-238A-1FF8-1077-84EC52E4C255}"/>
              </a:ext>
            </a:extLst>
          </p:cNvPr>
          <p:cNvSpPr txBox="1"/>
          <p:nvPr/>
        </p:nvSpPr>
        <p:spPr>
          <a:xfrm>
            <a:off x="-57607" y="1067771"/>
            <a:ext cx="1230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Integrated operations that reduce risk, optimize cost, and maximize uptime</a:t>
            </a:r>
            <a:endParaRPr lang="en-US" sz="1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40" name="Image 19" descr="preencoded.png">
            <a:extLst>
              <a:ext uri="{FF2B5EF4-FFF2-40B4-BE49-F238E27FC236}">
                <a16:creationId xmlns:a16="http://schemas.microsoft.com/office/drawing/2014/main" id="{25CB578E-5F20-2873-9E77-60E304763CEB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</a:blip>
          <a:srcRect/>
          <a:stretch/>
        </p:blipFill>
        <p:spPr>
          <a:xfrm>
            <a:off x="5048402" y="2769447"/>
            <a:ext cx="2095805" cy="2095805"/>
          </a:xfrm>
          <a:prstGeom prst="rect">
            <a:avLst/>
          </a:prstGeom>
        </p:spPr>
      </p:pic>
      <p:pic>
        <p:nvPicPr>
          <p:cNvPr id="141" name="Image 20" descr="preencoded.png">
            <a:extLst>
              <a:ext uri="{FF2B5EF4-FFF2-40B4-BE49-F238E27FC236}">
                <a16:creationId xmlns:a16="http://schemas.microsoft.com/office/drawing/2014/main" id="{5302BC7E-9800-D391-101B-A56291AE37F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205679" y="2925810"/>
            <a:ext cx="1781251" cy="1781251"/>
          </a:xfrm>
          <a:prstGeom prst="rect">
            <a:avLst/>
          </a:prstGeom>
        </p:spPr>
      </p:pic>
      <p:sp>
        <p:nvSpPr>
          <p:cNvPr id="142" name="Text 41">
            <a:extLst>
              <a:ext uri="{FF2B5EF4-FFF2-40B4-BE49-F238E27FC236}">
                <a16:creationId xmlns:a16="http://schemas.microsoft.com/office/drawing/2014/main" id="{65E401AD-6FE0-F91F-DA32-9B9CD43D27DD}"/>
              </a:ext>
            </a:extLst>
          </p:cNvPr>
          <p:cNvSpPr txBox="1"/>
          <p:nvPr/>
        </p:nvSpPr>
        <p:spPr>
          <a:xfrm>
            <a:off x="5332781" y="3197471"/>
            <a:ext cx="152613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WAVZ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Managed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Services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3" name="Text 42">
            <a:extLst>
              <a:ext uri="{FF2B5EF4-FFF2-40B4-BE49-F238E27FC236}">
                <a16:creationId xmlns:a16="http://schemas.microsoft.com/office/drawing/2014/main" id="{21263F31-F91A-D84A-F599-54FBA459EDAB}"/>
              </a:ext>
            </a:extLst>
          </p:cNvPr>
          <p:cNvSpPr txBox="1"/>
          <p:nvPr/>
        </p:nvSpPr>
        <p:spPr>
          <a:xfrm>
            <a:off x="5332781" y="4020346"/>
            <a:ext cx="152613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One operating model.</a:t>
            </a:r>
            <a:endParaRPr lang="en-US" sz="11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Multiple service towers.</a:t>
            </a:r>
            <a:endParaRPr lang="en-US" sz="11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95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4A3C6-EBDD-8368-563A-F0D461B31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ADB15F-1930-7EC1-0221-DEA3F6605E04}"/>
              </a:ext>
            </a:extLst>
          </p:cNvPr>
          <p:cNvSpPr txBox="1"/>
          <p:nvPr/>
        </p:nvSpPr>
        <p:spPr>
          <a:xfrm>
            <a:off x="762000" y="166847"/>
            <a:ext cx="10668000" cy="769441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indent="0" algn="ctr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1" i="0" u="none" strike="noStrike" cap="all" spc="360" normalizeH="0" baseline="0">
                <a:ln>
                  <a:noFill/>
                </a:ln>
                <a:solidFill>
                  <a:srgbClr val="082D4A"/>
                </a:solidFill>
                <a:effectLst/>
                <a:uFillTx/>
                <a:latin typeface="Nexa Bold"/>
                <a:ea typeface="Nexa Bold"/>
                <a:cs typeface="Nexa Bold"/>
              </a:defRPr>
            </a:lvl1pPr>
            <a:lvl2pPr marL="0" marR="0" indent="457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2pPr>
            <a:lvl3pPr marL="0" marR="0" indent="914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3pPr>
            <a:lvl4pPr marL="0" marR="0" indent="1371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4pPr>
            <a:lvl5pPr marL="0" marR="0" indent="18288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5pPr>
            <a:lvl6pPr marL="0" marR="0" indent="22860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6pPr>
            <a:lvl7pPr marL="0" marR="0" indent="2743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7pPr>
            <a:lvl8pPr marL="0" marR="0" indent="3200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8pPr>
            <a:lvl9pPr marL="0" marR="0" indent="3657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9pPr>
          </a:lstStyle>
          <a:p>
            <a:r>
              <a:rPr lang="en-US" sz="4400" dirty="0"/>
              <a:t>Managing and Operating</a:t>
            </a:r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93F2021F-6515-6A4D-CC09-199BEAECF685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837C2FE8-62F3-8781-A18A-D8709E72ADB3}"/>
              </a:ext>
            </a:extLst>
          </p:cNvPr>
          <p:cNvSpPr/>
          <p:nvPr/>
        </p:nvSpPr>
        <p:spPr>
          <a:xfrm>
            <a:off x="336331" y="1352678"/>
            <a:ext cx="11519338" cy="5062089"/>
          </a:xfrm>
          <a:custGeom>
            <a:avLst/>
            <a:gdLst/>
            <a:ahLst/>
            <a:cxnLst/>
            <a:rect l="l" t="t" r="r" b="b"/>
            <a:pathLst>
              <a:path w="12192000" h="5880097">
                <a:moveTo>
                  <a:pt x="0" y="0"/>
                </a:moveTo>
                <a:lnTo>
                  <a:pt x="12192000" y="0"/>
                </a:lnTo>
                <a:lnTo>
                  <a:pt x="12192000" y="5880096"/>
                </a:lnTo>
                <a:lnTo>
                  <a:pt x="0" y="5880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7604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7F091-9E57-E05F-DA55-443605DC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FAD3CA-AF8A-9CC9-2B8C-9D4CCAAD6D59}"/>
              </a:ext>
            </a:extLst>
          </p:cNvPr>
          <p:cNvSpPr txBox="1"/>
          <p:nvPr/>
        </p:nvSpPr>
        <p:spPr>
          <a:xfrm>
            <a:off x="762000" y="166847"/>
            <a:ext cx="10668000" cy="769441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indent="0" algn="ctr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1" i="0" u="none" strike="noStrike" cap="all" spc="360" normalizeH="0" baseline="0">
                <a:ln>
                  <a:noFill/>
                </a:ln>
                <a:solidFill>
                  <a:srgbClr val="082D4A"/>
                </a:solidFill>
                <a:effectLst/>
                <a:uFillTx/>
                <a:latin typeface="Nexa Bold"/>
                <a:ea typeface="Nexa Bold"/>
                <a:cs typeface="Nexa Bold"/>
              </a:defRPr>
            </a:lvl1pPr>
            <a:lvl2pPr marL="0" marR="0" indent="457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2pPr>
            <a:lvl3pPr marL="0" marR="0" indent="914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3pPr>
            <a:lvl4pPr marL="0" marR="0" indent="1371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4pPr>
            <a:lvl5pPr marL="0" marR="0" indent="18288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5pPr>
            <a:lvl6pPr marL="0" marR="0" indent="22860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6pPr>
            <a:lvl7pPr marL="0" marR="0" indent="2743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7pPr>
            <a:lvl8pPr marL="0" marR="0" indent="3200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8pPr>
            <a:lvl9pPr marL="0" marR="0" indent="3657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9pPr>
          </a:lstStyle>
          <a:p>
            <a:r>
              <a:rPr lang="en-US" sz="4400" dirty="0"/>
              <a:t>Why Managed Services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0DAACADF-54AB-71B1-EDEA-B1D336A175FD}"/>
              </a:ext>
            </a:extLst>
          </p:cNvPr>
          <p:cNvSpPr/>
          <p:nvPr/>
        </p:nvSpPr>
        <p:spPr>
          <a:xfrm>
            <a:off x="894282" y="1700654"/>
            <a:ext cx="10153193" cy="1047902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alleviate the burden of IT infrastructure management, allowing you to focus on core business activities while enhancing operational efficiency and reliability.</a:t>
            </a:r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6F4EE372-7F11-0F08-AC9D-8597078CE2E0}"/>
              </a:ext>
            </a:extLst>
          </p:cNvPr>
          <p:cNvSpPr/>
          <p:nvPr/>
        </p:nvSpPr>
        <p:spPr>
          <a:xfrm>
            <a:off x="1048207" y="3427154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93142867-8F55-CF35-E9E4-52ED07889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9997" y="3579859"/>
            <a:ext cx="267005" cy="267005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CB262BA2-3A25-92EF-0D5A-36DA8D3588D1}"/>
              </a:ext>
            </a:extLst>
          </p:cNvPr>
          <p:cNvSpPr txBox="1"/>
          <p:nvPr/>
        </p:nvSpPr>
        <p:spPr>
          <a:xfrm>
            <a:off x="1048207" y="4189764"/>
            <a:ext cx="267553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End-to-End Operations</a:t>
            </a:r>
            <a:endParaRPr lang="en-US"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CB252FE-3FCD-C8F6-FD76-01B0790E136E}"/>
              </a:ext>
            </a:extLst>
          </p:cNvPr>
          <p:cNvSpPr txBox="1"/>
          <p:nvPr/>
        </p:nvSpPr>
        <p:spPr>
          <a:xfrm>
            <a:off x="1048207" y="4629590"/>
            <a:ext cx="293431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Comprehensive management across your entire infrastructure and application landscape, ensuring seamless integration and uptime.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72D4F83-137A-74B2-B764-12551615BC99}"/>
              </a:ext>
            </a:extLst>
          </p:cNvPr>
          <p:cNvSpPr/>
          <p:nvPr/>
        </p:nvSpPr>
        <p:spPr>
          <a:xfrm>
            <a:off x="4762500" y="3427154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1173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D2CE1FED-D112-4C05-3B03-2836B21D4C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15204" y="3579859"/>
            <a:ext cx="267005" cy="267005"/>
          </a:xfrm>
          <a:prstGeom prst="rect">
            <a:avLst/>
          </a:prstGeom>
        </p:spPr>
      </p:pic>
      <p:sp>
        <p:nvSpPr>
          <p:cNvPr id="12" name="Text 11">
            <a:extLst>
              <a:ext uri="{FF2B5EF4-FFF2-40B4-BE49-F238E27FC236}">
                <a16:creationId xmlns:a16="http://schemas.microsoft.com/office/drawing/2014/main" id="{CBB2785C-8AC1-2631-69B2-786A67E3CECD}"/>
              </a:ext>
            </a:extLst>
          </p:cNvPr>
          <p:cNvSpPr txBox="1"/>
          <p:nvPr/>
        </p:nvSpPr>
        <p:spPr>
          <a:xfrm>
            <a:off x="4762500" y="4189764"/>
            <a:ext cx="241675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SLA-Driven Delivery</a:t>
            </a:r>
            <a:endParaRPr lang="en-US"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9FE39925-08F1-BE09-4EA0-B80E3787095E}"/>
              </a:ext>
            </a:extLst>
          </p:cNvPr>
          <p:cNvSpPr txBox="1"/>
          <p:nvPr/>
        </p:nvSpPr>
        <p:spPr>
          <a:xfrm>
            <a:off x="4762500" y="4629590"/>
            <a:ext cx="293431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Commitment to rigorous Service Level Agreements (SLAs) that guarantee performance standards, accountability, and timely resolution.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23C07A18-535B-C7BA-B21D-4836E99195BB}"/>
              </a:ext>
            </a:extLst>
          </p:cNvPr>
          <p:cNvSpPr/>
          <p:nvPr/>
        </p:nvSpPr>
        <p:spPr>
          <a:xfrm>
            <a:off x="8477707" y="3427154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97C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12D65880-6E4E-24E0-5107-A1C4A2622F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29497" y="3579859"/>
            <a:ext cx="267005" cy="267005"/>
          </a:xfrm>
          <a:prstGeom prst="rect">
            <a:avLst/>
          </a:prstGeom>
        </p:spPr>
      </p:pic>
      <p:sp>
        <p:nvSpPr>
          <p:cNvPr id="16" name="Text 14">
            <a:extLst>
              <a:ext uri="{FF2B5EF4-FFF2-40B4-BE49-F238E27FC236}">
                <a16:creationId xmlns:a16="http://schemas.microsoft.com/office/drawing/2014/main" id="{AEB558BB-CD89-5390-48AF-7D6BA26EAB6D}"/>
              </a:ext>
            </a:extLst>
          </p:cNvPr>
          <p:cNvSpPr txBox="1"/>
          <p:nvPr/>
        </p:nvSpPr>
        <p:spPr>
          <a:xfrm>
            <a:off x="8477707" y="4189764"/>
            <a:ext cx="242041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Enhanced Resilience</a:t>
            </a:r>
            <a:endParaRPr lang="en-US"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3B18DEB-87D0-61EF-5B29-8E135ABDDEEE}"/>
              </a:ext>
            </a:extLst>
          </p:cNvPr>
          <p:cNvSpPr txBox="1"/>
          <p:nvPr/>
        </p:nvSpPr>
        <p:spPr>
          <a:xfrm>
            <a:off x="8477707" y="4629590"/>
            <a:ext cx="293431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Proactive monitoring and optimization to improve system stability, enhance security posture, and deliver measurable cost control.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8BE6043C-4D0D-1EC0-7016-0FFFC8E3F5F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"/>
          </a:blip>
          <a:srcRect l="-16" r="-16"/>
          <a:stretch/>
        </p:blipFill>
        <p:spPr>
          <a:xfrm>
            <a:off x="3124810" y="5535502"/>
            <a:ext cx="1429207" cy="1143000"/>
          </a:xfrm>
          <a:prstGeom prst="rect">
            <a:avLst/>
          </a:prstGeom>
        </p:spPr>
      </p:pic>
      <p:pic>
        <p:nvPicPr>
          <p:cNvPr id="20" name="Image 6" descr="preencoded.png">
            <a:extLst>
              <a:ext uri="{FF2B5EF4-FFF2-40B4-BE49-F238E27FC236}">
                <a16:creationId xmlns:a16="http://schemas.microsoft.com/office/drawing/2014/main" id="{1DF0EC24-C3CA-EF41-B29F-E8E937213D1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"/>
          </a:blip>
          <a:srcRect l="-27" r="-27"/>
          <a:stretch/>
        </p:blipFill>
        <p:spPr>
          <a:xfrm>
            <a:off x="7411517" y="5535502"/>
            <a:ext cx="857707" cy="1143000"/>
          </a:xfrm>
          <a:prstGeom prst="rect">
            <a:avLst/>
          </a:prstGeom>
        </p:spPr>
      </p:pic>
      <p:pic>
        <p:nvPicPr>
          <p:cNvPr id="21" name="Image 9" descr="preencoded.png">
            <a:extLst>
              <a:ext uri="{FF2B5EF4-FFF2-40B4-BE49-F238E27FC236}">
                <a16:creationId xmlns:a16="http://schemas.microsoft.com/office/drawing/2014/main" id="{0DD4B970-123C-F6DC-FCCF-0E52B4CE257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"/>
          </a:blip>
          <a:srcRect/>
          <a:stretch/>
        </p:blipFill>
        <p:spPr>
          <a:xfrm>
            <a:off x="10840517" y="5535502"/>
            <a:ext cx="1143000" cy="1143000"/>
          </a:xfrm>
          <a:prstGeom prst="rect">
            <a:avLst/>
          </a:prstGeom>
        </p:spPr>
      </p:pic>
      <p:sp>
        <p:nvSpPr>
          <p:cNvPr id="23" name="Shape 4">
            <a:extLst>
              <a:ext uri="{FF2B5EF4-FFF2-40B4-BE49-F238E27FC236}">
                <a16:creationId xmlns:a16="http://schemas.microsoft.com/office/drawing/2014/main" id="{3B4F729A-F27A-8F5E-11B5-F02277A0F1CB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</p:spTree>
    <p:extLst>
      <p:ext uri="{BB962C8B-B14F-4D97-AF65-F5344CB8AC3E}">
        <p14:creationId xmlns:p14="http://schemas.microsoft.com/office/powerpoint/2010/main" val="3536212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9B3DD-6903-1360-5E1D-391C3C6C7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9D27C88-B6C7-0F2A-E782-B18EA800C4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645" y="-190808"/>
            <a:ext cx="1499514" cy="14847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CA26DB-9A24-E2FC-2745-32DA1E9EEB6C}"/>
              </a:ext>
            </a:extLst>
          </p:cNvPr>
          <p:cNvSpPr txBox="1"/>
          <p:nvPr/>
        </p:nvSpPr>
        <p:spPr>
          <a:xfrm>
            <a:off x="762000" y="166847"/>
            <a:ext cx="10668000" cy="769441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4400" b="1" cap="all" spc="360">
                <a:solidFill>
                  <a:srgbClr val="082D4A"/>
                </a:solidFill>
                <a:latin typeface="Nexa Bold"/>
                <a:ea typeface="Nexa Bold"/>
                <a:cs typeface="Nexa Bold"/>
              </a:defRPr>
            </a:lvl1pPr>
            <a:lvl2pPr marL="0" marR="0" indent="457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2pPr>
            <a:lvl3pPr marL="0" marR="0" indent="914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3pPr>
            <a:lvl4pPr marL="0" marR="0" indent="1371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4pPr>
            <a:lvl5pPr marL="0" marR="0" indent="18288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5pPr>
            <a:lvl6pPr marL="0" marR="0" indent="22860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6pPr>
            <a:lvl7pPr marL="0" marR="0" indent="2743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7pPr>
            <a:lvl8pPr marL="0" marR="0" indent="3200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8pPr>
            <a:lvl9pPr marL="0" marR="0" indent="3657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9pPr>
          </a:lstStyle>
          <a:p>
            <a:r>
              <a:rPr lang="en-US" dirty="0"/>
              <a:t>Oracle Services Portfolio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BF1C621-C7F3-78C0-D7E9-C73DD692994B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EA4089F-6666-017C-E726-DE9C0858BF26}"/>
              </a:ext>
            </a:extLst>
          </p:cNvPr>
          <p:cNvSpPr/>
          <p:nvPr/>
        </p:nvSpPr>
        <p:spPr>
          <a:xfrm>
            <a:off x="381305" y="1636226"/>
            <a:ext cx="11430000" cy="38405"/>
          </a:xfrm>
          <a:prstGeom prst="rect">
            <a:avLst/>
          </a:prstGeom>
          <a:solidFill>
            <a:srgbClr val="97CFFA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866A939E-E381-9631-F2C0-CFB00DF02A3A}"/>
              </a:ext>
            </a:extLst>
          </p:cNvPr>
          <p:cNvSpPr txBox="1"/>
          <p:nvPr/>
        </p:nvSpPr>
        <p:spPr>
          <a:xfrm>
            <a:off x="1831620" y="1273302"/>
            <a:ext cx="854359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End-to-End Delivery Across Cloud, On‑Premise, and Hybrid Environments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F46AED0-8839-D6A9-0068-BF65A4E4EC68}"/>
              </a:ext>
            </a:extLst>
          </p:cNvPr>
          <p:cNvSpPr/>
          <p:nvPr/>
        </p:nvSpPr>
        <p:spPr>
          <a:xfrm>
            <a:off x="352044" y="1848002"/>
            <a:ext cx="324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7ECA2C9C-288C-A1FE-FF72-338CD3B248EC}"/>
              </a:ext>
            </a:extLst>
          </p:cNvPr>
          <p:cNvSpPr txBox="1"/>
          <p:nvPr/>
        </p:nvSpPr>
        <p:spPr>
          <a:xfrm>
            <a:off x="761695" y="1828800"/>
            <a:ext cx="319674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Our Solutions and Services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0CE7F684-857F-92EC-55EB-26B5F55E15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381305" y="2247595"/>
            <a:ext cx="2714854" cy="1495044"/>
          </a:xfrm>
          <a:prstGeom prst="rect">
            <a:avLst/>
          </a:prstGeom>
        </p:spPr>
      </p:pic>
      <p:pic>
        <p:nvPicPr>
          <p:cNvPr id="52" name="Image 2" descr="preencoded.png">
            <a:extLst>
              <a:ext uri="{FF2B5EF4-FFF2-40B4-BE49-F238E27FC236}">
                <a16:creationId xmlns:a16="http://schemas.microsoft.com/office/drawing/2014/main" id="{C0F5F5B2-52B3-4D63-E988-01F6BE35CE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" y="2557577"/>
            <a:ext cx="190195" cy="190195"/>
          </a:xfrm>
          <a:prstGeom prst="rect">
            <a:avLst/>
          </a:prstGeom>
        </p:spPr>
      </p:pic>
      <p:sp>
        <p:nvSpPr>
          <p:cNvPr id="53" name="Text 9">
            <a:extLst>
              <a:ext uri="{FF2B5EF4-FFF2-40B4-BE49-F238E27FC236}">
                <a16:creationId xmlns:a16="http://schemas.microsoft.com/office/drawing/2014/main" id="{7269BCA5-DB46-0198-2203-8CB36706F03C}"/>
              </a:ext>
            </a:extLst>
          </p:cNvPr>
          <p:cNvSpPr txBox="1"/>
          <p:nvPr/>
        </p:nvSpPr>
        <p:spPr>
          <a:xfrm>
            <a:off x="838505" y="2438705"/>
            <a:ext cx="184983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Hardware &amp; 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/OCI services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852C9D81-F749-DA4E-AEC1-65F1D6EA0B39}"/>
              </a:ext>
            </a:extLst>
          </p:cNvPr>
          <p:cNvSpPr txBox="1"/>
          <p:nvPr/>
        </p:nvSpPr>
        <p:spPr>
          <a:xfrm>
            <a:off x="533095" y="2943454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Exadata, PCA, ODA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EBFDD8C8-9E3D-DFB5-832B-72BC761E02DB}"/>
              </a:ext>
            </a:extLst>
          </p:cNvPr>
          <p:cNvSpPr txBox="1"/>
          <p:nvPr/>
        </p:nvSpPr>
        <p:spPr>
          <a:xfrm>
            <a:off x="533095" y="3172054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Servers &amp; Storage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FC15AC38-3174-6C09-C6E3-6171E32D75D3}"/>
              </a:ext>
            </a:extLst>
          </p:cNvPr>
          <p:cNvSpPr txBox="1"/>
          <p:nvPr/>
        </p:nvSpPr>
        <p:spPr>
          <a:xfrm>
            <a:off x="533095" y="3400654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Lifecycle Services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7" name="Image 3" descr="preencoded.png">
            <a:extLst>
              <a:ext uri="{FF2B5EF4-FFF2-40B4-BE49-F238E27FC236}">
                <a16:creationId xmlns:a16="http://schemas.microsoft.com/office/drawing/2014/main" id="{DFF63957-45DF-EF8B-2AD0-C7D73AAA1E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3286354" y="2247595"/>
            <a:ext cx="2714854" cy="1495044"/>
          </a:xfrm>
          <a:prstGeom prst="rect">
            <a:avLst/>
          </a:prstGeom>
        </p:spPr>
      </p:pic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4B36B891-8BBE-6331-4F8B-8891E681F5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38144" y="2557577"/>
            <a:ext cx="237744" cy="190195"/>
          </a:xfrm>
          <a:prstGeom prst="rect">
            <a:avLst/>
          </a:prstGeom>
        </p:spPr>
      </p:pic>
      <p:sp>
        <p:nvSpPr>
          <p:cNvPr id="59" name="Text 13">
            <a:extLst>
              <a:ext uri="{FF2B5EF4-FFF2-40B4-BE49-F238E27FC236}">
                <a16:creationId xmlns:a16="http://schemas.microsoft.com/office/drawing/2014/main" id="{741A6B74-9AEA-8DA4-4894-86FBDC1E57C1}"/>
              </a:ext>
            </a:extLst>
          </p:cNvPr>
          <p:cNvSpPr txBox="1"/>
          <p:nvPr/>
        </p:nvSpPr>
        <p:spPr>
          <a:xfrm>
            <a:off x="3791102" y="2438705"/>
            <a:ext cx="9436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Cloud Apps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(SaaS)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436C55B3-51AF-E766-0D1A-1F63B6BD7CE8}"/>
              </a:ext>
            </a:extLst>
          </p:cNvPr>
          <p:cNvSpPr txBox="1"/>
          <p:nvPr/>
        </p:nvSpPr>
        <p:spPr>
          <a:xfrm>
            <a:off x="3438144" y="2943454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Oracle Fusion Cloud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B64EB264-957A-EC52-603D-04684F1E2699}"/>
              </a:ext>
            </a:extLst>
          </p:cNvPr>
          <p:cNvSpPr txBox="1"/>
          <p:nvPr/>
        </p:nvSpPr>
        <p:spPr>
          <a:xfrm>
            <a:off x="3438144" y="3172054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CX / JDE / Seibel / etc.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36245FD1-B948-9988-6FF8-55E033648C13}"/>
              </a:ext>
            </a:extLst>
          </p:cNvPr>
          <p:cNvSpPr txBox="1"/>
          <p:nvPr/>
        </p:nvSpPr>
        <p:spPr>
          <a:xfrm>
            <a:off x="3438144" y="3400654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Domain Solutions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3" name="Image 5" descr="preencoded.png">
            <a:extLst>
              <a:ext uri="{FF2B5EF4-FFF2-40B4-BE49-F238E27FC236}">
                <a16:creationId xmlns:a16="http://schemas.microsoft.com/office/drawing/2014/main" id="{B9B7BDEC-5A47-D78D-37B4-5EC3AB6E42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6191402" y="2247595"/>
            <a:ext cx="2714854" cy="1495044"/>
          </a:xfrm>
          <a:prstGeom prst="rect">
            <a:avLst/>
          </a:prstGeom>
        </p:spPr>
      </p:pic>
      <p:pic>
        <p:nvPicPr>
          <p:cNvPr id="64" name="Image 6" descr="preencoded.png">
            <a:extLst>
              <a:ext uri="{FF2B5EF4-FFF2-40B4-BE49-F238E27FC236}">
                <a16:creationId xmlns:a16="http://schemas.microsoft.com/office/drawing/2014/main" id="{4A65889C-8237-32F8-931D-7D4F754FA99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44107" y="2557577"/>
            <a:ext cx="237744" cy="190195"/>
          </a:xfrm>
          <a:prstGeom prst="rect">
            <a:avLst/>
          </a:prstGeom>
        </p:spPr>
      </p:pic>
      <p:sp>
        <p:nvSpPr>
          <p:cNvPr id="65" name="Text 17">
            <a:extLst>
              <a:ext uri="{FF2B5EF4-FFF2-40B4-BE49-F238E27FC236}">
                <a16:creationId xmlns:a16="http://schemas.microsoft.com/office/drawing/2014/main" id="{13F1E42D-BA23-DE8A-30BB-276E2B158FBE}"/>
              </a:ext>
            </a:extLst>
          </p:cNvPr>
          <p:cNvSpPr txBox="1"/>
          <p:nvPr/>
        </p:nvSpPr>
        <p:spPr>
          <a:xfrm>
            <a:off x="6696151" y="2438705"/>
            <a:ext cx="10954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Unlimited &amp; 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 Apps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4D0A3832-D2FA-BCA5-CF35-9146B2CD8BD8}"/>
              </a:ext>
            </a:extLst>
          </p:cNvPr>
          <p:cNvSpPr txBox="1"/>
          <p:nvPr/>
        </p:nvSpPr>
        <p:spPr>
          <a:xfrm>
            <a:off x="6344107" y="2943454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E-Business Suite (EBS)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7" name="Text 19">
            <a:extLst>
              <a:ext uri="{FF2B5EF4-FFF2-40B4-BE49-F238E27FC236}">
                <a16:creationId xmlns:a16="http://schemas.microsoft.com/office/drawing/2014/main" id="{22832759-6029-3615-EBE1-D29FE2FEE130}"/>
              </a:ext>
            </a:extLst>
          </p:cNvPr>
          <p:cNvSpPr txBox="1"/>
          <p:nvPr/>
        </p:nvSpPr>
        <p:spPr>
          <a:xfrm>
            <a:off x="6344107" y="3172054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Siebel Modernization / FLEXCUBE 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8" name="Text 20">
            <a:extLst>
              <a:ext uri="{FF2B5EF4-FFF2-40B4-BE49-F238E27FC236}">
                <a16:creationId xmlns:a16="http://schemas.microsoft.com/office/drawing/2014/main" id="{4CB31BFB-EACC-54B9-9F63-C315C69E5D4A}"/>
              </a:ext>
            </a:extLst>
          </p:cNvPr>
          <p:cNvSpPr txBox="1"/>
          <p:nvPr/>
        </p:nvSpPr>
        <p:spPr>
          <a:xfrm>
            <a:off x="6344107" y="3400654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APEX Low-Code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9" name="Image 7" descr="preencoded.png">
            <a:extLst>
              <a:ext uri="{FF2B5EF4-FFF2-40B4-BE49-F238E27FC236}">
                <a16:creationId xmlns:a16="http://schemas.microsoft.com/office/drawing/2014/main" id="{DB5946E8-C72E-71B5-06FE-C6EDB3350A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9096451" y="2247595"/>
            <a:ext cx="2714854" cy="1495044"/>
          </a:xfrm>
          <a:prstGeom prst="rect">
            <a:avLst/>
          </a:prstGeom>
        </p:spPr>
      </p:pic>
      <p:pic>
        <p:nvPicPr>
          <p:cNvPr id="70" name="Image 8" descr="preencoded.png">
            <a:extLst>
              <a:ext uri="{FF2B5EF4-FFF2-40B4-BE49-F238E27FC236}">
                <a16:creationId xmlns:a16="http://schemas.microsoft.com/office/drawing/2014/main" id="{99F54D40-91E3-B5C2-A285-2D64CFF12D9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249156" y="2557577"/>
            <a:ext cx="190195" cy="190195"/>
          </a:xfrm>
          <a:prstGeom prst="rect">
            <a:avLst/>
          </a:prstGeom>
        </p:spPr>
      </p:pic>
      <p:sp>
        <p:nvSpPr>
          <p:cNvPr id="71" name="Text 21">
            <a:extLst>
              <a:ext uri="{FF2B5EF4-FFF2-40B4-BE49-F238E27FC236}">
                <a16:creationId xmlns:a16="http://schemas.microsoft.com/office/drawing/2014/main" id="{62478EA5-1224-8363-D015-AF0F113FE3F4}"/>
              </a:ext>
            </a:extLst>
          </p:cNvPr>
          <p:cNvSpPr txBox="1"/>
          <p:nvPr/>
        </p:nvSpPr>
        <p:spPr>
          <a:xfrm>
            <a:off x="9553651" y="2438705"/>
            <a:ext cx="7818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Managed 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Services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Text 22">
            <a:extLst>
              <a:ext uri="{FF2B5EF4-FFF2-40B4-BE49-F238E27FC236}">
                <a16:creationId xmlns:a16="http://schemas.microsoft.com/office/drawing/2014/main" id="{4DBE50A0-97AC-35D4-4044-2478673D56CF}"/>
              </a:ext>
            </a:extLst>
          </p:cNvPr>
          <p:cNvSpPr txBox="1"/>
          <p:nvPr/>
        </p:nvSpPr>
        <p:spPr>
          <a:xfrm>
            <a:off x="9249156" y="2943454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24/7 Monitoring /including hotline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Text 23">
            <a:extLst>
              <a:ext uri="{FF2B5EF4-FFF2-40B4-BE49-F238E27FC236}">
                <a16:creationId xmlns:a16="http://schemas.microsoft.com/office/drawing/2014/main" id="{661CA31C-2566-7E39-F596-A2B1417749BF}"/>
              </a:ext>
            </a:extLst>
          </p:cNvPr>
          <p:cNvSpPr txBox="1"/>
          <p:nvPr/>
        </p:nvSpPr>
        <p:spPr>
          <a:xfrm>
            <a:off x="9249156" y="3172054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OCI Tenancy Mgmt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Text 24">
            <a:extLst>
              <a:ext uri="{FF2B5EF4-FFF2-40B4-BE49-F238E27FC236}">
                <a16:creationId xmlns:a16="http://schemas.microsoft.com/office/drawing/2014/main" id="{406DD6A8-887D-26FB-7BB6-FC5A01E2E90B}"/>
              </a:ext>
            </a:extLst>
          </p:cNvPr>
          <p:cNvSpPr txBox="1"/>
          <p:nvPr/>
        </p:nvSpPr>
        <p:spPr>
          <a:xfrm>
            <a:off x="9249156" y="3400654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Continuous Ops / Hotline / TAM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Text 25">
            <a:extLst>
              <a:ext uri="{FF2B5EF4-FFF2-40B4-BE49-F238E27FC236}">
                <a16:creationId xmlns:a16="http://schemas.microsoft.com/office/drawing/2014/main" id="{9BDDDE31-A459-7D1C-860D-4E53A66E964C}"/>
              </a:ext>
            </a:extLst>
          </p:cNvPr>
          <p:cNvSpPr/>
          <p:nvPr/>
        </p:nvSpPr>
        <p:spPr>
          <a:xfrm>
            <a:off x="352044" y="3991356"/>
            <a:ext cx="324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F1401C6D-CEB1-235C-5CD8-56B8FFD823F5}"/>
              </a:ext>
            </a:extLst>
          </p:cNvPr>
          <p:cNvSpPr txBox="1"/>
          <p:nvPr/>
        </p:nvSpPr>
        <p:spPr>
          <a:xfrm>
            <a:off x="761695" y="3972154"/>
            <a:ext cx="191566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We Deliver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8" name="Image 9" descr="preencoded.png">
            <a:extLst>
              <a:ext uri="{FF2B5EF4-FFF2-40B4-BE49-F238E27FC236}">
                <a16:creationId xmlns:a16="http://schemas.microsoft.com/office/drawing/2014/main" id="{C23DFE1A-1365-4BF2-AB07-61EFC23FB66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0" r="-10"/>
          <a:stretch/>
        </p:blipFill>
        <p:spPr>
          <a:xfrm>
            <a:off x="381305" y="4924044"/>
            <a:ext cx="1849831" cy="1218895"/>
          </a:xfrm>
          <a:prstGeom prst="rect">
            <a:avLst/>
          </a:prstGeom>
        </p:spPr>
      </p:pic>
      <p:pic>
        <p:nvPicPr>
          <p:cNvPr id="79" name="Image 10" descr="preencoded.png">
            <a:extLst>
              <a:ext uri="{FF2B5EF4-FFF2-40B4-BE49-F238E27FC236}">
                <a16:creationId xmlns:a16="http://schemas.microsoft.com/office/drawing/2014/main" id="{3201D2C5-ED66-461B-632B-36B22E782CD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91463" y="5072177"/>
            <a:ext cx="228600" cy="228600"/>
          </a:xfrm>
          <a:prstGeom prst="rect">
            <a:avLst/>
          </a:prstGeom>
        </p:spPr>
      </p:pic>
      <p:sp>
        <p:nvSpPr>
          <p:cNvPr id="80" name="Text 28">
            <a:extLst>
              <a:ext uri="{FF2B5EF4-FFF2-40B4-BE49-F238E27FC236}">
                <a16:creationId xmlns:a16="http://schemas.microsoft.com/office/drawing/2014/main" id="{55532D30-5940-6ABC-CCD3-ABD46EB0C592}"/>
              </a:ext>
            </a:extLst>
          </p:cNvPr>
          <p:cNvSpPr txBox="1"/>
          <p:nvPr/>
        </p:nvSpPr>
        <p:spPr>
          <a:xfrm>
            <a:off x="617220" y="5376672"/>
            <a:ext cx="13798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34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Assess &amp; Plan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1" name="Text 29">
            <a:extLst>
              <a:ext uri="{FF2B5EF4-FFF2-40B4-BE49-F238E27FC236}">
                <a16:creationId xmlns:a16="http://schemas.microsoft.com/office/drawing/2014/main" id="{A2C036CF-5C2A-F6EC-AE9A-3B1530F8B88B}"/>
              </a:ext>
            </a:extLst>
          </p:cNvPr>
          <p:cNvSpPr txBox="1"/>
          <p:nvPr/>
        </p:nvSpPr>
        <p:spPr>
          <a:xfrm>
            <a:off x="740664" y="5682082"/>
            <a:ext cx="11338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Strategy, Target Arch,</a:t>
            </a:r>
            <a:endParaRPr lang="en-US" sz="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Value Case</a:t>
            </a:r>
            <a:endParaRPr lang="en-US" sz="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82" name="Image 11" descr="preencoded.png">
            <a:extLst>
              <a:ext uri="{FF2B5EF4-FFF2-40B4-BE49-F238E27FC236}">
                <a16:creationId xmlns:a16="http://schemas.microsoft.com/office/drawing/2014/main" id="{95A160B1-A11B-B479-8948-693921EDE1B9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80000"/>
          </a:blip>
          <a:srcRect l="-57" r="-57"/>
          <a:stretch/>
        </p:blipFill>
        <p:spPr>
          <a:xfrm>
            <a:off x="2359152" y="5419649"/>
            <a:ext cx="200254" cy="228600"/>
          </a:xfrm>
          <a:prstGeom prst="rect">
            <a:avLst/>
          </a:prstGeom>
        </p:spPr>
      </p:pic>
      <p:pic>
        <p:nvPicPr>
          <p:cNvPr id="83" name="Image 12" descr="preencoded.png">
            <a:extLst>
              <a:ext uri="{FF2B5EF4-FFF2-40B4-BE49-F238E27FC236}">
                <a16:creationId xmlns:a16="http://schemas.microsoft.com/office/drawing/2014/main" id="{0421FCAA-A2D4-1F7B-F9A1-D00E5E70A11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0" r="-10"/>
          <a:stretch/>
        </p:blipFill>
        <p:spPr>
          <a:xfrm>
            <a:off x="2688336" y="4924044"/>
            <a:ext cx="1849831" cy="1218895"/>
          </a:xfrm>
          <a:prstGeom prst="rect">
            <a:avLst/>
          </a:prstGeom>
        </p:spPr>
      </p:pic>
      <p:pic>
        <p:nvPicPr>
          <p:cNvPr id="84" name="Image 13" descr="preencoded.png">
            <a:extLst>
              <a:ext uri="{FF2B5EF4-FFF2-40B4-BE49-F238E27FC236}">
                <a16:creationId xmlns:a16="http://schemas.microsoft.com/office/drawing/2014/main" id="{9760FFF1-5469-FECE-19C1-99AD7C1BF59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498494" y="5072177"/>
            <a:ext cx="228600" cy="228600"/>
          </a:xfrm>
          <a:prstGeom prst="rect">
            <a:avLst/>
          </a:prstGeom>
        </p:spPr>
      </p:pic>
      <p:sp>
        <p:nvSpPr>
          <p:cNvPr id="85" name="Text 30">
            <a:extLst>
              <a:ext uri="{FF2B5EF4-FFF2-40B4-BE49-F238E27FC236}">
                <a16:creationId xmlns:a16="http://schemas.microsoft.com/office/drawing/2014/main" id="{A60FF548-266B-7970-B6C1-8C17A3CD7B54}"/>
              </a:ext>
            </a:extLst>
          </p:cNvPr>
          <p:cNvSpPr txBox="1"/>
          <p:nvPr/>
        </p:nvSpPr>
        <p:spPr>
          <a:xfrm>
            <a:off x="3108960" y="5376672"/>
            <a:ext cx="1010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34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Implement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Text 31">
            <a:extLst>
              <a:ext uri="{FF2B5EF4-FFF2-40B4-BE49-F238E27FC236}">
                <a16:creationId xmlns:a16="http://schemas.microsoft.com/office/drawing/2014/main" id="{467B8DDC-85F2-A1B0-A334-E5AB13D13F20}"/>
              </a:ext>
            </a:extLst>
          </p:cNvPr>
          <p:cNvSpPr txBox="1"/>
          <p:nvPr/>
        </p:nvSpPr>
        <p:spPr>
          <a:xfrm>
            <a:off x="3226003" y="5682082"/>
            <a:ext cx="7818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Migrate, Build,</a:t>
            </a:r>
            <a:endParaRPr lang="en-US" sz="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Integrate</a:t>
            </a:r>
            <a:endParaRPr lang="en-US" sz="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87" name="Image 14" descr="preencoded.png">
            <a:extLst>
              <a:ext uri="{FF2B5EF4-FFF2-40B4-BE49-F238E27FC236}">
                <a16:creationId xmlns:a16="http://schemas.microsoft.com/office/drawing/2014/main" id="{8710E440-3608-ADDF-C39F-D86A33E46D36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80000"/>
          </a:blip>
          <a:srcRect l="-57" r="-57"/>
          <a:stretch/>
        </p:blipFill>
        <p:spPr>
          <a:xfrm>
            <a:off x="4667098" y="5419649"/>
            <a:ext cx="200254" cy="228600"/>
          </a:xfrm>
          <a:prstGeom prst="rect">
            <a:avLst/>
          </a:prstGeom>
        </p:spPr>
      </p:pic>
      <p:pic>
        <p:nvPicPr>
          <p:cNvPr id="88" name="Image 15" descr="preencoded.png">
            <a:extLst>
              <a:ext uri="{FF2B5EF4-FFF2-40B4-BE49-F238E27FC236}">
                <a16:creationId xmlns:a16="http://schemas.microsoft.com/office/drawing/2014/main" id="{E00C1A0E-9B95-249F-5F84-95DF68AFEDE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0" r="-10"/>
          <a:stretch/>
        </p:blipFill>
        <p:spPr>
          <a:xfrm>
            <a:off x="4995367" y="4924044"/>
            <a:ext cx="1849831" cy="1218895"/>
          </a:xfrm>
          <a:prstGeom prst="rect">
            <a:avLst/>
          </a:prstGeom>
        </p:spPr>
      </p:pic>
      <p:pic>
        <p:nvPicPr>
          <p:cNvPr id="89" name="Image 16" descr="preencoded.png">
            <a:extLst>
              <a:ext uri="{FF2B5EF4-FFF2-40B4-BE49-F238E27FC236}">
                <a16:creationId xmlns:a16="http://schemas.microsoft.com/office/drawing/2014/main" id="{0AA115C1-8132-2D9B-002D-7CF9F75A098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805526" y="5072177"/>
            <a:ext cx="228600" cy="228600"/>
          </a:xfrm>
          <a:prstGeom prst="rect">
            <a:avLst/>
          </a:prstGeom>
        </p:spPr>
      </p:pic>
      <p:sp>
        <p:nvSpPr>
          <p:cNvPr id="90" name="Text 32">
            <a:extLst>
              <a:ext uri="{FF2B5EF4-FFF2-40B4-BE49-F238E27FC236}">
                <a16:creationId xmlns:a16="http://schemas.microsoft.com/office/drawing/2014/main" id="{E35401D2-9190-7D95-2285-C813D108127D}"/>
              </a:ext>
            </a:extLst>
          </p:cNvPr>
          <p:cNvSpPr txBox="1"/>
          <p:nvPr/>
        </p:nvSpPr>
        <p:spPr>
          <a:xfrm>
            <a:off x="5182819" y="5376672"/>
            <a:ext cx="148407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34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Run &amp; Optimize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1" name="Text 33">
            <a:extLst>
              <a:ext uri="{FF2B5EF4-FFF2-40B4-BE49-F238E27FC236}">
                <a16:creationId xmlns:a16="http://schemas.microsoft.com/office/drawing/2014/main" id="{CD239C5B-926B-C082-29EF-CA684AB798C8}"/>
              </a:ext>
            </a:extLst>
          </p:cNvPr>
          <p:cNvSpPr txBox="1"/>
          <p:nvPr/>
        </p:nvSpPr>
        <p:spPr>
          <a:xfrm>
            <a:off x="5373929" y="5682082"/>
            <a:ext cx="10954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SLA, Enhancements,</a:t>
            </a:r>
            <a:endParaRPr lang="en-US" sz="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FinOps</a:t>
            </a:r>
            <a:endParaRPr lang="en-US" sz="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2" name="Shape 34">
            <a:extLst>
              <a:ext uri="{FF2B5EF4-FFF2-40B4-BE49-F238E27FC236}">
                <a16:creationId xmlns:a16="http://schemas.microsoft.com/office/drawing/2014/main" id="{CBC74786-2CA7-303A-6ACA-F37094A708E9}"/>
              </a:ext>
            </a:extLst>
          </p:cNvPr>
          <p:cNvSpPr/>
          <p:nvPr/>
        </p:nvSpPr>
        <p:spPr>
          <a:xfrm>
            <a:off x="7226503" y="3972154"/>
            <a:ext cx="9144" cy="27047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3" name="Text 35">
            <a:extLst>
              <a:ext uri="{FF2B5EF4-FFF2-40B4-BE49-F238E27FC236}">
                <a16:creationId xmlns:a16="http://schemas.microsoft.com/office/drawing/2014/main" id="{5736F2D0-8BB7-C089-4FDB-23D7A064B362}"/>
              </a:ext>
            </a:extLst>
          </p:cNvPr>
          <p:cNvSpPr/>
          <p:nvPr/>
        </p:nvSpPr>
        <p:spPr>
          <a:xfrm>
            <a:off x="7511796" y="3991356"/>
            <a:ext cx="324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4" name="Text 36">
            <a:extLst>
              <a:ext uri="{FF2B5EF4-FFF2-40B4-BE49-F238E27FC236}">
                <a16:creationId xmlns:a16="http://schemas.microsoft.com/office/drawing/2014/main" id="{4332F5B5-F349-60DB-1B40-E83E5C4533DF}"/>
              </a:ext>
            </a:extLst>
          </p:cNvPr>
          <p:cNvSpPr txBox="1"/>
          <p:nvPr/>
        </p:nvSpPr>
        <p:spPr>
          <a:xfrm>
            <a:off x="7921447" y="3972154"/>
            <a:ext cx="88148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Us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5" name="Image 17" descr="preencoded.png">
            <a:extLst>
              <a:ext uri="{FF2B5EF4-FFF2-40B4-BE49-F238E27FC236}">
                <a16:creationId xmlns:a16="http://schemas.microsoft.com/office/drawing/2014/main" id="{A320324C-20F4-5BB1-5DCB-DFB94D0ED69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540142" y="4466844"/>
            <a:ext cx="190195" cy="190195"/>
          </a:xfrm>
          <a:prstGeom prst="rect">
            <a:avLst/>
          </a:prstGeom>
        </p:spPr>
      </p:pic>
      <p:pic>
        <p:nvPicPr>
          <p:cNvPr id="96" name="Image 18" descr="preencoded.png">
            <a:extLst>
              <a:ext uri="{FF2B5EF4-FFF2-40B4-BE49-F238E27FC236}">
                <a16:creationId xmlns:a16="http://schemas.microsoft.com/office/drawing/2014/main" id="{A33710B0-970B-C9DB-F87E-5C7D3B24EBBA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1648" r="-1648"/>
          <a:stretch/>
        </p:blipFill>
        <p:spPr>
          <a:xfrm>
            <a:off x="7559345" y="5271562"/>
            <a:ext cx="171907" cy="190195"/>
          </a:xfrm>
          <a:prstGeom prst="rect">
            <a:avLst/>
          </a:prstGeom>
        </p:spPr>
      </p:pic>
      <p:pic>
        <p:nvPicPr>
          <p:cNvPr id="97" name="Image 19" descr="preencoded.png">
            <a:extLst>
              <a:ext uri="{FF2B5EF4-FFF2-40B4-BE49-F238E27FC236}">
                <a16:creationId xmlns:a16="http://schemas.microsoft.com/office/drawing/2014/main" id="{3A5B8A67-A6AF-F81F-353C-6558EAEA6F7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1282" r="-1282"/>
          <a:stretch/>
        </p:blipFill>
        <p:spPr>
          <a:xfrm>
            <a:off x="7540142" y="6015213"/>
            <a:ext cx="219456" cy="190195"/>
          </a:xfrm>
          <a:prstGeom prst="rect">
            <a:avLst/>
          </a:prstGeom>
        </p:spPr>
      </p:pic>
      <p:sp>
        <p:nvSpPr>
          <p:cNvPr id="98" name="Rectangle 1">
            <a:extLst>
              <a:ext uri="{FF2B5EF4-FFF2-40B4-BE49-F238E27FC236}">
                <a16:creationId xmlns:a16="http://schemas.microsoft.com/office/drawing/2014/main" id="{A2555604-A333-B0D0-B667-32973622E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852" y="4390034"/>
            <a:ext cx="2985928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EG" altLang="en-EG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Hybrid-Ready Delivery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EG" altLang="en-EG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OCI Dedicated Region &amp; Cloud at Customer ensuring data residency.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EG" altLang="en-EG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EG" altLang="en-EG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 &amp; Innovation</a:t>
            </a:r>
            <a:endParaRPr lang="en-EG" altLang="en-EG" sz="1600" b="1" dirty="0">
              <a:solidFill>
                <a:srgbClr val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EG" altLang="en-EG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Exadata Smart Scan, Vector Search &amp; AI-driven database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EG" altLang="en-EG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EG" altLang="en-EG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Full-Stack Expertise</a:t>
            </a:r>
            <a:endParaRPr lang="en-EG" altLang="en-EG" sz="1600" b="1" dirty="0">
              <a:solidFill>
                <a:srgbClr val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EG" altLang="en-EG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Integrated knowledge across Hardware + Applications + Cloud layers.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EG" altLang="en-EG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47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60CBC-C40D-5BF4-6DF9-BE314A0E8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EDFF29-E932-1902-372F-73CEF8171F18}"/>
              </a:ext>
            </a:extLst>
          </p:cNvPr>
          <p:cNvSpPr txBox="1"/>
          <p:nvPr/>
        </p:nvSpPr>
        <p:spPr>
          <a:xfrm>
            <a:off x="762000" y="166847"/>
            <a:ext cx="10668000" cy="769441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4400" b="1" cap="all" spc="360">
                <a:solidFill>
                  <a:srgbClr val="082D4A"/>
                </a:solidFill>
                <a:latin typeface="Nexa Bold"/>
                <a:ea typeface="Nexa Bold"/>
                <a:cs typeface="Nexa Bold"/>
              </a:defRPr>
            </a:lvl1pPr>
            <a:lvl2pPr marL="0" marR="0" indent="457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2pPr>
            <a:lvl3pPr marL="0" marR="0" indent="914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3pPr>
            <a:lvl4pPr marL="0" marR="0" indent="1371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4pPr>
            <a:lvl5pPr marL="0" marR="0" indent="18288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5pPr>
            <a:lvl6pPr marL="0" marR="0" indent="22860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6pPr>
            <a:lvl7pPr marL="0" marR="0" indent="2743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7pPr>
            <a:lvl8pPr marL="0" marR="0" indent="3200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8pPr>
            <a:lvl9pPr marL="0" marR="0" indent="3657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9pPr>
          </a:lstStyle>
          <a:p>
            <a:r>
              <a:rPr lang="en-US" dirty="0"/>
              <a:t>SAP Services Portfolio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EF2FAE9-4BD1-EADC-7E17-BBF43F78FD7C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564AA48-829E-75B3-0358-907F426D6310}"/>
              </a:ext>
            </a:extLst>
          </p:cNvPr>
          <p:cNvSpPr txBox="1"/>
          <p:nvPr/>
        </p:nvSpPr>
        <p:spPr>
          <a:xfrm>
            <a:off x="485851" y="1136794"/>
            <a:ext cx="1110996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200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defRPr>
            </a:lvl1pPr>
          </a:lstStyle>
          <a:p>
            <a:r>
              <a:rPr lang="en-US" dirty="0">
                <a:ea typeface="Lato" panose="020F0502020204030203" pitchFamily="34" charset="0"/>
                <a:cs typeface="Lato" panose="020F0502020204030203" pitchFamily="34" charset="0"/>
              </a:rPr>
              <a:t>As a certified SAP partner, we provide end-to-end implementation, optimization, and support services to drive enterprise efficiency and innovation.</a:t>
            </a: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DEAE4829-BF31-E616-51DA-FB44D780CA43}"/>
              </a:ext>
            </a:extLst>
          </p:cNvPr>
          <p:cNvSpPr/>
          <p:nvPr/>
        </p:nvSpPr>
        <p:spPr>
          <a:xfrm>
            <a:off x="476707" y="2030162"/>
            <a:ext cx="3590849" cy="4324198"/>
          </a:xfrm>
          <a:prstGeom prst="roundRect">
            <a:avLst>
              <a:gd name="adj" fmla="val 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1224F35-5CBD-223B-0E4D-037A9A9744C7}"/>
              </a:ext>
            </a:extLst>
          </p:cNvPr>
          <p:cNvSpPr txBox="1"/>
          <p:nvPr/>
        </p:nvSpPr>
        <p:spPr>
          <a:xfrm>
            <a:off x="676961" y="3239913"/>
            <a:ext cx="32671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Extensive experience in implementing SAP S/4HANA next-generation ERP solutions tailored to your infrastructure needs.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00B14C5F-BF8E-75EE-5ABA-24F8F02612CA}"/>
              </a:ext>
            </a:extLst>
          </p:cNvPr>
          <p:cNvSpPr txBox="1"/>
          <p:nvPr/>
        </p:nvSpPr>
        <p:spPr>
          <a:xfrm>
            <a:off x="867156" y="4115909"/>
            <a:ext cx="3076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Traditional On-Premise deployment for maximum control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C56F9E2B-2581-1EC4-B7CA-257639C97EA1}"/>
              </a:ext>
            </a:extLst>
          </p:cNvPr>
          <p:cNvSpPr/>
          <p:nvPr/>
        </p:nvSpPr>
        <p:spPr>
          <a:xfrm>
            <a:off x="676961" y="4173516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055FE408-6E02-57B5-34FB-72F207B39E9F}"/>
              </a:ext>
            </a:extLst>
          </p:cNvPr>
          <p:cNvSpPr txBox="1"/>
          <p:nvPr/>
        </p:nvSpPr>
        <p:spPr>
          <a:xfrm>
            <a:off x="867156" y="4664549"/>
            <a:ext cx="3076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Public Cloud deployment for scalability and speed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5196593F-21C8-7785-870A-8F0D1207D200}"/>
              </a:ext>
            </a:extLst>
          </p:cNvPr>
          <p:cNvSpPr/>
          <p:nvPr/>
        </p:nvSpPr>
        <p:spPr>
          <a:xfrm>
            <a:off x="676961" y="4721241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7CFA24D-C2BD-7094-69D4-9306FA83459F}"/>
              </a:ext>
            </a:extLst>
          </p:cNvPr>
          <p:cNvSpPr txBox="1"/>
          <p:nvPr/>
        </p:nvSpPr>
        <p:spPr>
          <a:xfrm>
            <a:off x="867156" y="5213189"/>
            <a:ext cx="34884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Private Cloud deployment for secure flexibility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B9A3D86D-1DCF-33F1-AAD5-5C2353DC19D0}"/>
              </a:ext>
            </a:extLst>
          </p:cNvPr>
          <p:cNvSpPr/>
          <p:nvPr/>
        </p:nvSpPr>
        <p:spPr>
          <a:xfrm>
            <a:off x="676961" y="5269881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267E4DC7-E8A6-62A7-D341-2192291F0450}"/>
              </a:ext>
            </a:extLst>
          </p:cNvPr>
          <p:cNvSpPr txBox="1"/>
          <p:nvPr/>
        </p:nvSpPr>
        <p:spPr>
          <a:xfrm>
            <a:off x="867156" y="5557917"/>
            <a:ext cx="3076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Best-practice industry templates and accelerators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179AB1FD-FCEC-A77F-C1F7-49952E855A47}"/>
              </a:ext>
            </a:extLst>
          </p:cNvPr>
          <p:cNvSpPr/>
          <p:nvPr/>
        </p:nvSpPr>
        <p:spPr>
          <a:xfrm>
            <a:off x="676961" y="5615525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4EE31F4B-3758-7354-B436-E4C2CE7B2EAB}"/>
              </a:ext>
            </a:extLst>
          </p:cNvPr>
          <p:cNvSpPr/>
          <p:nvPr/>
        </p:nvSpPr>
        <p:spPr>
          <a:xfrm>
            <a:off x="4302557" y="2030162"/>
            <a:ext cx="3590849" cy="4324198"/>
          </a:xfrm>
          <a:prstGeom prst="roundRect">
            <a:avLst>
              <a:gd name="adj" fmla="val 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15465198-C2E9-7CD1-DCD6-A3F8EC6D887A}"/>
              </a:ext>
            </a:extLst>
          </p:cNvPr>
          <p:cNvSpPr txBox="1"/>
          <p:nvPr/>
        </p:nvSpPr>
        <p:spPr>
          <a:xfrm>
            <a:off x="4502811" y="3239913"/>
            <a:ext cx="32671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Expertise in turning around troubled implementations and streamlining existing operations for maximum ROI.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05220172-AEE5-931A-C434-35408790DB07}"/>
              </a:ext>
            </a:extLst>
          </p:cNvPr>
          <p:cNvSpPr txBox="1"/>
          <p:nvPr/>
        </p:nvSpPr>
        <p:spPr>
          <a:xfrm>
            <a:off x="4693006" y="4115909"/>
            <a:ext cx="260786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Rescue of stalled or failing projects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0F848CE8-C8F8-0D00-C63A-2485108045CB}"/>
              </a:ext>
            </a:extLst>
          </p:cNvPr>
          <p:cNvSpPr/>
          <p:nvPr/>
        </p:nvSpPr>
        <p:spPr>
          <a:xfrm>
            <a:off x="4502811" y="4173516"/>
            <a:ext cx="75895" cy="75895"/>
          </a:xfrm>
          <a:prstGeom prst="ellipse">
            <a:avLst/>
          </a:prstGeom>
          <a:solidFill>
            <a:srgbClr val="1173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25192A53-9BAA-4BE3-6816-DCAB58383E2E}"/>
              </a:ext>
            </a:extLst>
          </p:cNvPr>
          <p:cNvSpPr txBox="1"/>
          <p:nvPr/>
        </p:nvSpPr>
        <p:spPr>
          <a:xfrm>
            <a:off x="4693006" y="4461552"/>
            <a:ext cx="30952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Process re-engineering and simplification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07AC57F7-D179-FB5A-CD17-85BF9B8CC31E}"/>
              </a:ext>
            </a:extLst>
          </p:cNvPr>
          <p:cNvSpPr/>
          <p:nvPr/>
        </p:nvSpPr>
        <p:spPr>
          <a:xfrm>
            <a:off x="4502811" y="4519159"/>
            <a:ext cx="75895" cy="75895"/>
          </a:xfrm>
          <a:prstGeom prst="ellipse">
            <a:avLst/>
          </a:prstGeom>
          <a:solidFill>
            <a:srgbClr val="1173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C76CE907-BA25-826C-EBE3-76365F15AD3D}"/>
              </a:ext>
            </a:extLst>
          </p:cNvPr>
          <p:cNvSpPr txBox="1"/>
          <p:nvPr/>
        </p:nvSpPr>
        <p:spPr>
          <a:xfrm>
            <a:off x="4693006" y="4807195"/>
            <a:ext cx="3332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 tuning and system stabilization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397348BD-4AE5-B371-23A4-05B2819C1A79}"/>
              </a:ext>
            </a:extLst>
          </p:cNvPr>
          <p:cNvSpPr/>
          <p:nvPr/>
        </p:nvSpPr>
        <p:spPr>
          <a:xfrm>
            <a:off x="4502811" y="4864802"/>
            <a:ext cx="75895" cy="75895"/>
          </a:xfrm>
          <a:prstGeom prst="ellipse">
            <a:avLst/>
          </a:prstGeom>
          <a:solidFill>
            <a:srgbClr val="1173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B327D3A3-54DB-BD6D-749B-0A0646FD10D3}"/>
              </a:ext>
            </a:extLst>
          </p:cNvPr>
          <p:cNvSpPr txBox="1"/>
          <p:nvPr/>
        </p:nvSpPr>
        <p:spPr>
          <a:xfrm>
            <a:off x="4693006" y="5152838"/>
            <a:ext cx="277703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User experience enhancement (Fiori)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1B8B2E62-8461-D773-5D86-ADF5719E4AD7}"/>
              </a:ext>
            </a:extLst>
          </p:cNvPr>
          <p:cNvSpPr/>
          <p:nvPr/>
        </p:nvSpPr>
        <p:spPr>
          <a:xfrm>
            <a:off x="4502811" y="5210445"/>
            <a:ext cx="75895" cy="75895"/>
          </a:xfrm>
          <a:prstGeom prst="ellipse">
            <a:avLst/>
          </a:prstGeom>
          <a:solidFill>
            <a:srgbClr val="1173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A43E66A6-1450-EEAF-EEEC-7DDDDA84E459}"/>
              </a:ext>
            </a:extLst>
          </p:cNvPr>
          <p:cNvSpPr/>
          <p:nvPr/>
        </p:nvSpPr>
        <p:spPr>
          <a:xfrm>
            <a:off x="8128407" y="2030162"/>
            <a:ext cx="3590849" cy="4324198"/>
          </a:xfrm>
          <a:prstGeom prst="roundRect">
            <a:avLst>
              <a:gd name="adj" fmla="val 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BD3EF4FA-9A59-4976-9765-58D67A39BD5B}"/>
              </a:ext>
            </a:extLst>
          </p:cNvPr>
          <p:cNvSpPr txBox="1"/>
          <p:nvPr/>
        </p:nvSpPr>
        <p:spPr>
          <a:xfrm>
            <a:off x="8328660" y="3239913"/>
            <a:ext cx="32671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Comprehensive lifecycle support ensuring your SAP landscape evolves with your business.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D8A1E5C0-1995-2DAF-B62D-5AAC631E3082}"/>
              </a:ext>
            </a:extLst>
          </p:cNvPr>
          <p:cNvSpPr txBox="1"/>
          <p:nvPr/>
        </p:nvSpPr>
        <p:spPr>
          <a:xfrm>
            <a:off x="8518855" y="4115909"/>
            <a:ext cx="3076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Ongoing Support: Dedicated maintenance and troubleshooting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4FEACA23-503A-2608-2FE0-CBC0DBE17E19}"/>
              </a:ext>
            </a:extLst>
          </p:cNvPr>
          <p:cNvSpPr/>
          <p:nvPr/>
        </p:nvSpPr>
        <p:spPr>
          <a:xfrm>
            <a:off x="8328660" y="4173516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6AFE6FC2-EF5C-BF3A-7D9F-E6449139F0A8}"/>
              </a:ext>
            </a:extLst>
          </p:cNvPr>
          <p:cNvSpPr txBox="1"/>
          <p:nvPr/>
        </p:nvSpPr>
        <p:spPr>
          <a:xfrm>
            <a:off x="8518855" y="4664549"/>
            <a:ext cx="3076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Upgrades &amp; Migration: Seamless transition to latest versions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2A8BA168-182C-A5F4-1C0B-6C335ECBE002}"/>
              </a:ext>
            </a:extLst>
          </p:cNvPr>
          <p:cNvSpPr/>
          <p:nvPr/>
        </p:nvSpPr>
        <p:spPr>
          <a:xfrm>
            <a:off x="8328660" y="4721241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1B269D32-8DE4-565C-8A20-368F05C3D357}"/>
              </a:ext>
            </a:extLst>
          </p:cNvPr>
          <p:cNvSpPr txBox="1"/>
          <p:nvPr/>
        </p:nvSpPr>
        <p:spPr>
          <a:xfrm>
            <a:off x="8518855" y="5213189"/>
            <a:ext cx="3076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Health Checks: Regular audits and proactive optimization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06A0A2CF-9AF0-891A-3906-FE06EF8BE1F3}"/>
              </a:ext>
            </a:extLst>
          </p:cNvPr>
          <p:cNvSpPr/>
          <p:nvPr/>
        </p:nvSpPr>
        <p:spPr>
          <a:xfrm>
            <a:off x="8328660" y="5269881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50E68171-00A8-DB2D-C469-6678BD349ACA}"/>
              </a:ext>
            </a:extLst>
          </p:cNvPr>
          <p:cNvSpPr txBox="1"/>
          <p:nvPr/>
        </p:nvSpPr>
        <p:spPr>
          <a:xfrm>
            <a:off x="8518855" y="5760914"/>
            <a:ext cx="325343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24/7 Monitoring and Incident Management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D1120FD0-0F77-D062-4A13-EBC917701CFC}"/>
              </a:ext>
            </a:extLst>
          </p:cNvPr>
          <p:cNvSpPr/>
          <p:nvPr/>
        </p:nvSpPr>
        <p:spPr>
          <a:xfrm>
            <a:off x="8328660" y="5818521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099435F3-C5BA-EDF7-785B-A85E7DE8A24C}"/>
              </a:ext>
            </a:extLst>
          </p:cNvPr>
          <p:cNvSpPr/>
          <p:nvPr/>
        </p:nvSpPr>
        <p:spPr>
          <a:xfrm>
            <a:off x="485851" y="2039306"/>
            <a:ext cx="3571646" cy="961949"/>
          </a:xfrm>
          <a:prstGeom prst="roundRect">
            <a:avLst>
              <a:gd name="adj" fmla="val 7529"/>
            </a:avLst>
          </a:prstGeom>
          <a:solidFill>
            <a:srgbClr val="082D4A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ACE8C32C-E989-1540-9F4D-44C21AD6CAB2}"/>
              </a:ext>
            </a:extLst>
          </p:cNvPr>
          <p:cNvSpPr/>
          <p:nvPr/>
        </p:nvSpPr>
        <p:spPr>
          <a:xfrm>
            <a:off x="485851" y="2992111"/>
            <a:ext cx="3571646" cy="9144"/>
          </a:xfrm>
          <a:prstGeom prst="roundRect">
            <a:avLst>
              <a:gd name="adj" fmla="val 792079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A8B530E5-C882-7827-D668-DB486E2BFB1B}"/>
              </a:ext>
            </a:extLst>
          </p:cNvPr>
          <p:cNvSpPr/>
          <p:nvPr/>
        </p:nvSpPr>
        <p:spPr>
          <a:xfrm>
            <a:off x="676961" y="2277965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FF480FA8-3717-25F0-E7E3-1D99251B24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405" y="2401409"/>
            <a:ext cx="228600" cy="228600"/>
          </a:xfrm>
          <a:prstGeom prst="rect">
            <a:avLst/>
          </a:prstGeom>
        </p:spPr>
      </p:pic>
      <p:sp>
        <p:nvSpPr>
          <p:cNvPr id="41" name="Text 39">
            <a:extLst>
              <a:ext uri="{FF2B5EF4-FFF2-40B4-BE49-F238E27FC236}">
                <a16:creationId xmlns:a16="http://schemas.microsoft.com/office/drawing/2014/main" id="{6E576A98-B68F-2FBA-B11F-5A598BFCDD0C}"/>
              </a:ext>
            </a:extLst>
          </p:cNvPr>
          <p:cNvSpPr txBox="1"/>
          <p:nvPr/>
        </p:nvSpPr>
        <p:spPr>
          <a:xfrm>
            <a:off x="1296010" y="2401409"/>
            <a:ext cx="28172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Implementation Services</a:t>
            </a:r>
            <a:endParaRPr lang="en-US"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67AB03E0-58D2-9236-6FE8-DD4D1AC62864}"/>
              </a:ext>
            </a:extLst>
          </p:cNvPr>
          <p:cNvSpPr/>
          <p:nvPr/>
        </p:nvSpPr>
        <p:spPr>
          <a:xfrm>
            <a:off x="4311701" y="2039306"/>
            <a:ext cx="3571646" cy="961949"/>
          </a:xfrm>
          <a:prstGeom prst="roundRect">
            <a:avLst>
              <a:gd name="adj" fmla="val 7529"/>
            </a:avLst>
          </a:prstGeom>
          <a:solidFill>
            <a:srgbClr val="1173BD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FAA2A841-1E6B-BF87-1B74-042E89ADFF3C}"/>
              </a:ext>
            </a:extLst>
          </p:cNvPr>
          <p:cNvSpPr/>
          <p:nvPr/>
        </p:nvSpPr>
        <p:spPr>
          <a:xfrm>
            <a:off x="4311701" y="2992111"/>
            <a:ext cx="3571646" cy="9144"/>
          </a:xfrm>
          <a:prstGeom prst="roundRect">
            <a:avLst>
              <a:gd name="adj" fmla="val 792079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99D5DC40-7244-62EB-338A-B802BAA8A057}"/>
              </a:ext>
            </a:extLst>
          </p:cNvPr>
          <p:cNvSpPr/>
          <p:nvPr/>
        </p:nvSpPr>
        <p:spPr>
          <a:xfrm>
            <a:off x="4502811" y="2277965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0493C1D6-56BF-7833-57F1-39F9227752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26255" y="2401409"/>
            <a:ext cx="228600" cy="228600"/>
          </a:xfrm>
          <a:prstGeom prst="rect">
            <a:avLst/>
          </a:prstGeom>
        </p:spPr>
      </p:pic>
      <p:sp>
        <p:nvSpPr>
          <p:cNvPr id="46" name="Text 43">
            <a:extLst>
              <a:ext uri="{FF2B5EF4-FFF2-40B4-BE49-F238E27FC236}">
                <a16:creationId xmlns:a16="http://schemas.microsoft.com/office/drawing/2014/main" id="{37C8DBB4-BA56-2079-17DD-B2194B27B3D2}"/>
              </a:ext>
            </a:extLst>
          </p:cNvPr>
          <p:cNvSpPr txBox="1"/>
          <p:nvPr/>
        </p:nvSpPr>
        <p:spPr>
          <a:xfrm>
            <a:off x="5121859" y="2401409"/>
            <a:ext cx="256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 Services</a:t>
            </a:r>
            <a:endParaRPr lang="en-US"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FFE5224E-81FC-DE12-2084-9A9340377B8B}"/>
              </a:ext>
            </a:extLst>
          </p:cNvPr>
          <p:cNvSpPr/>
          <p:nvPr/>
        </p:nvSpPr>
        <p:spPr>
          <a:xfrm>
            <a:off x="8137551" y="2039306"/>
            <a:ext cx="3571646" cy="961949"/>
          </a:xfrm>
          <a:prstGeom prst="roundRect">
            <a:avLst>
              <a:gd name="adj" fmla="val 7529"/>
            </a:avLst>
          </a:prstGeom>
          <a:solidFill>
            <a:srgbClr val="97CFFA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4DBC7A14-0ADA-8D39-FB7D-7F0EBFBEB855}"/>
              </a:ext>
            </a:extLst>
          </p:cNvPr>
          <p:cNvSpPr/>
          <p:nvPr/>
        </p:nvSpPr>
        <p:spPr>
          <a:xfrm>
            <a:off x="8137551" y="2992111"/>
            <a:ext cx="3571646" cy="9144"/>
          </a:xfrm>
          <a:prstGeom prst="roundRect">
            <a:avLst>
              <a:gd name="adj" fmla="val 792079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1FE7EF0C-CA31-48F1-E98E-A7B8738245D4}"/>
              </a:ext>
            </a:extLst>
          </p:cNvPr>
          <p:cNvSpPr/>
          <p:nvPr/>
        </p:nvSpPr>
        <p:spPr>
          <a:xfrm>
            <a:off x="8328660" y="2277965"/>
            <a:ext cx="476402" cy="47640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0" name="Image 4" descr="preencoded.png">
            <a:extLst>
              <a:ext uri="{FF2B5EF4-FFF2-40B4-BE49-F238E27FC236}">
                <a16:creationId xmlns:a16="http://schemas.microsoft.com/office/drawing/2014/main" id="{739CE9BE-9309-9B19-1CA2-F2834C7528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52104" y="2401409"/>
            <a:ext cx="228600" cy="228600"/>
          </a:xfrm>
          <a:prstGeom prst="rect">
            <a:avLst/>
          </a:prstGeom>
        </p:spPr>
      </p:pic>
      <p:sp>
        <p:nvSpPr>
          <p:cNvPr id="51" name="Text 47">
            <a:extLst>
              <a:ext uri="{FF2B5EF4-FFF2-40B4-BE49-F238E27FC236}">
                <a16:creationId xmlns:a16="http://schemas.microsoft.com/office/drawing/2014/main" id="{219A129F-6768-E314-B187-DF6AC970F40B}"/>
              </a:ext>
            </a:extLst>
          </p:cNvPr>
          <p:cNvSpPr txBox="1"/>
          <p:nvPr/>
        </p:nvSpPr>
        <p:spPr>
          <a:xfrm>
            <a:off x="8947709" y="2401409"/>
            <a:ext cx="1957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Support Services</a:t>
            </a:r>
            <a:endParaRPr lang="en-US"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54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E404-9505-7336-2A00-41C2B7139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383A75-D8DC-6CD6-0BA0-DA49E89AD77C}"/>
              </a:ext>
            </a:extLst>
          </p:cNvPr>
          <p:cNvSpPr txBox="1"/>
          <p:nvPr/>
        </p:nvSpPr>
        <p:spPr>
          <a:xfrm>
            <a:off x="762000" y="166847"/>
            <a:ext cx="10668000" cy="769441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indent="0" algn="ctr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1" i="0" u="none" strike="noStrike" cap="all" spc="360" normalizeH="0" baseline="0">
                <a:ln>
                  <a:noFill/>
                </a:ln>
                <a:solidFill>
                  <a:srgbClr val="082D4A"/>
                </a:solidFill>
                <a:effectLst/>
                <a:uFillTx/>
                <a:latin typeface="Nexa Bold"/>
                <a:ea typeface="Nexa Bold"/>
                <a:cs typeface="Nexa Bold"/>
              </a:defRPr>
            </a:lvl1pPr>
            <a:lvl2pPr marL="0" marR="0" indent="457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2pPr>
            <a:lvl3pPr marL="0" marR="0" indent="914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3pPr>
            <a:lvl4pPr marL="0" marR="0" indent="1371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4pPr>
            <a:lvl5pPr marL="0" marR="0" indent="18288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5pPr>
            <a:lvl6pPr marL="0" marR="0" indent="22860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6pPr>
            <a:lvl7pPr marL="0" marR="0" indent="2743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7pPr>
            <a:lvl8pPr marL="0" marR="0" indent="3200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8pPr>
            <a:lvl9pPr marL="0" marR="0" indent="3657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9pPr>
          </a:lstStyle>
          <a:p>
            <a:r>
              <a:rPr lang="en-US" sz="4400" dirty="0"/>
              <a:t>Data &amp; Ai Portfolio</a:t>
            </a: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F054B042-4FC5-EAC6-3D6F-DA3F25E47458}"/>
              </a:ext>
            </a:extLst>
          </p:cNvPr>
          <p:cNvSpPr txBox="1"/>
          <p:nvPr/>
        </p:nvSpPr>
        <p:spPr>
          <a:xfrm>
            <a:off x="959415" y="1323137"/>
            <a:ext cx="10032378" cy="79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200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defRPr>
            </a:lvl1pPr>
          </a:lstStyle>
          <a:p>
            <a:r>
              <a:rPr lang="en-US" dirty="0">
                <a:ea typeface="Lato" panose="020F0502020204030203" pitchFamily="34" charset="0"/>
                <a:cs typeface="Lato" panose="020F0502020204030203" pitchFamily="34" charset="0"/>
              </a:rPr>
              <a:t>Transforming Insight into Impact — We are technology-agnostic, partnering with global leaders like Teradata, Microsoft, Informatica, Qlik, Quest, UiPath and many others to serve your specific needs.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362F83A4-17D0-220A-AF72-6DDEE5222417}"/>
              </a:ext>
            </a:extLst>
          </p:cNvPr>
          <p:cNvSpPr/>
          <p:nvPr/>
        </p:nvSpPr>
        <p:spPr>
          <a:xfrm>
            <a:off x="476402" y="2739542"/>
            <a:ext cx="3590849" cy="3552444"/>
          </a:xfrm>
          <a:prstGeom prst="roundRect">
            <a:avLst>
              <a:gd name="adj" fmla="val 5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CE076C54-25B2-9F57-989A-E51E9EAE2F7C}"/>
              </a:ext>
            </a:extLst>
          </p:cNvPr>
          <p:cNvSpPr txBox="1"/>
          <p:nvPr/>
        </p:nvSpPr>
        <p:spPr>
          <a:xfrm>
            <a:off x="676656" y="3759098"/>
            <a:ext cx="326715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Building a robust, governed backbone for your organization's information architecture.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FE874865-9B88-C071-2BF6-D01FDD1C87BC}"/>
              </a:ext>
            </a:extLst>
          </p:cNvPr>
          <p:cNvSpPr txBox="1"/>
          <p:nvPr/>
        </p:nvSpPr>
        <p:spPr>
          <a:xfrm>
            <a:off x="866851" y="4306824"/>
            <a:ext cx="30769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Management &amp; Integration: Seamlessly connecting disparate sources.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73E5B764-2450-DFED-81DD-10FD06909C69}"/>
              </a:ext>
            </a:extLst>
          </p:cNvPr>
          <p:cNvSpPr/>
          <p:nvPr/>
        </p:nvSpPr>
        <p:spPr>
          <a:xfrm>
            <a:off x="676656" y="4364431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F79313D9-380E-8D63-E5ED-DEF8470A1B85}"/>
              </a:ext>
            </a:extLst>
          </p:cNvPr>
          <p:cNvSpPr txBox="1"/>
          <p:nvPr/>
        </p:nvSpPr>
        <p:spPr>
          <a:xfrm>
            <a:off x="866851" y="4805172"/>
            <a:ext cx="30769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Governance &amp; Quality: Ensuring accuracy, compliance, and trust.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B4DA1701-C593-C580-65D9-272AB9A60185}"/>
              </a:ext>
            </a:extLst>
          </p:cNvPr>
          <p:cNvSpPr/>
          <p:nvPr/>
        </p:nvSpPr>
        <p:spPr>
          <a:xfrm>
            <a:off x="676656" y="4862779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BD9D341D-B53D-3CC5-AA15-7860FA94BA62}"/>
              </a:ext>
            </a:extLst>
          </p:cNvPr>
          <p:cNvSpPr txBox="1"/>
          <p:nvPr/>
        </p:nvSpPr>
        <p:spPr>
          <a:xfrm>
            <a:off x="866851" y="5303520"/>
            <a:ext cx="30769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Migration: Secure and efficient transfer of critical assets.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A814BA66-9A49-AAE9-EBD3-D873BD180F6D}"/>
              </a:ext>
            </a:extLst>
          </p:cNvPr>
          <p:cNvSpPr/>
          <p:nvPr/>
        </p:nvSpPr>
        <p:spPr>
          <a:xfrm>
            <a:off x="676656" y="5360213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8D6828ED-4524-E016-EF82-15E7DCA7516F}"/>
              </a:ext>
            </a:extLst>
          </p:cNvPr>
          <p:cNvSpPr/>
          <p:nvPr/>
        </p:nvSpPr>
        <p:spPr>
          <a:xfrm>
            <a:off x="4302252" y="2739542"/>
            <a:ext cx="3590849" cy="3552444"/>
          </a:xfrm>
          <a:prstGeom prst="roundRect">
            <a:avLst>
              <a:gd name="adj" fmla="val 5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A2771B73-AD9B-3C1B-B213-B196A8539383}"/>
              </a:ext>
            </a:extLst>
          </p:cNvPr>
          <p:cNvSpPr txBox="1"/>
          <p:nvPr/>
        </p:nvSpPr>
        <p:spPr>
          <a:xfrm>
            <a:off x="4502506" y="3759098"/>
            <a:ext cx="326715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Turning raw data into actionable intelligence through modern platforms and testing.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24516DF4-8260-42FF-88A4-3FE375DCBD87}"/>
              </a:ext>
            </a:extLst>
          </p:cNvPr>
          <p:cNvSpPr txBox="1"/>
          <p:nvPr/>
        </p:nvSpPr>
        <p:spPr>
          <a:xfrm>
            <a:off x="4692701" y="4306824"/>
            <a:ext cx="30769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Warehousing &amp; Modern Platforms: Scalable architectures for big data.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391C6C9A-0A76-C00A-FEB4-BC61E14342AF}"/>
              </a:ext>
            </a:extLst>
          </p:cNvPr>
          <p:cNvSpPr/>
          <p:nvPr/>
        </p:nvSpPr>
        <p:spPr>
          <a:xfrm>
            <a:off x="4502506" y="4364431"/>
            <a:ext cx="75895" cy="75895"/>
          </a:xfrm>
          <a:prstGeom prst="ellipse">
            <a:avLst/>
          </a:prstGeom>
          <a:solidFill>
            <a:srgbClr val="1173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2FA244A8-20C8-B2BB-E520-92909F1199D2}"/>
              </a:ext>
            </a:extLst>
          </p:cNvPr>
          <p:cNvSpPr txBox="1"/>
          <p:nvPr/>
        </p:nvSpPr>
        <p:spPr>
          <a:xfrm>
            <a:off x="4692701" y="4805172"/>
            <a:ext cx="30769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Analytics &amp; BI: Visualizations that drive strategic decision-making.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50320524-E632-276E-C19C-AF107C4AC104}"/>
              </a:ext>
            </a:extLst>
          </p:cNvPr>
          <p:cNvSpPr/>
          <p:nvPr/>
        </p:nvSpPr>
        <p:spPr>
          <a:xfrm>
            <a:off x="4502506" y="4862779"/>
            <a:ext cx="75895" cy="75895"/>
          </a:xfrm>
          <a:prstGeom prst="ellipse">
            <a:avLst/>
          </a:prstGeom>
          <a:solidFill>
            <a:srgbClr val="1173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8A2E6632-ED88-9DCC-E378-90543964DDBE}"/>
              </a:ext>
            </a:extLst>
          </p:cNvPr>
          <p:cNvSpPr txBox="1"/>
          <p:nvPr/>
        </p:nvSpPr>
        <p:spPr>
          <a:xfrm>
            <a:off x="4692701" y="5303520"/>
            <a:ext cx="30769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&amp; Application Testing: Rigorous validation for reliability.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E26FF748-2F8F-E5AF-9744-87F94002366F}"/>
              </a:ext>
            </a:extLst>
          </p:cNvPr>
          <p:cNvSpPr/>
          <p:nvPr/>
        </p:nvSpPr>
        <p:spPr>
          <a:xfrm>
            <a:off x="4502506" y="5360213"/>
            <a:ext cx="75895" cy="75895"/>
          </a:xfrm>
          <a:prstGeom prst="ellipse">
            <a:avLst/>
          </a:prstGeom>
          <a:solidFill>
            <a:srgbClr val="1173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2302DA12-E34E-D821-2DDF-19FA7B2692FE}"/>
              </a:ext>
            </a:extLst>
          </p:cNvPr>
          <p:cNvSpPr/>
          <p:nvPr/>
        </p:nvSpPr>
        <p:spPr>
          <a:xfrm>
            <a:off x="8128102" y="2739542"/>
            <a:ext cx="3590849" cy="3552444"/>
          </a:xfrm>
          <a:prstGeom prst="roundRect">
            <a:avLst>
              <a:gd name="adj" fmla="val 5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D13E1347-AC3C-0B67-45E7-8A3BEA7C2EC4}"/>
              </a:ext>
            </a:extLst>
          </p:cNvPr>
          <p:cNvSpPr txBox="1"/>
          <p:nvPr/>
        </p:nvSpPr>
        <p:spPr>
          <a:xfrm>
            <a:off x="8328355" y="3759098"/>
            <a:ext cx="326715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Accelerating innovation and efficiency with cutting-edge artificial intelligence.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C9B60BAE-8638-3E88-2644-078E37DAACD3}"/>
              </a:ext>
            </a:extLst>
          </p:cNvPr>
          <p:cNvSpPr txBox="1"/>
          <p:nvPr/>
        </p:nvSpPr>
        <p:spPr>
          <a:xfrm>
            <a:off x="8518550" y="4306824"/>
            <a:ext cx="30769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Generative AI Solutions: Creating new value through advanced models.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8E3CDEF2-FCD6-EEE4-629A-7F25C97935B0}"/>
              </a:ext>
            </a:extLst>
          </p:cNvPr>
          <p:cNvSpPr/>
          <p:nvPr/>
        </p:nvSpPr>
        <p:spPr>
          <a:xfrm>
            <a:off x="8328355" y="4364431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59A38511-D6EB-6555-E5DF-5C17DD358290}"/>
              </a:ext>
            </a:extLst>
          </p:cNvPr>
          <p:cNvSpPr txBox="1"/>
          <p:nvPr/>
        </p:nvSpPr>
        <p:spPr>
          <a:xfrm>
            <a:off x="8518550" y="4805172"/>
            <a:ext cx="30769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Agentic AI: Autonomous agents that execute complex tasks.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4CC579AB-9521-7886-B6E9-6918E080F482}"/>
              </a:ext>
            </a:extLst>
          </p:cNvPr>
          <p:cNvSpPr/>
          <p:nvPr/>
        </p:nvSpPr>
        <p:spPr>
          <a:xfrm>
            <a:off x="8328355" y="4862779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BF034153-0A9E-2F73-F1B9-6E423DCB32E2}"/>
              </a:ext>
            </a:extLst>
          </p:cNvPr>
          <p:cNvSpPr txBox="1"/>
          <p:nvPr/>
        </p:nvSpPr>
        <p:spPr>
          <a:xfrm>
            <a:off x="8518550" y="5303520"/>
            <a:ext cx="30769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Intelligent Automation: Streamlining workflows with cognitive tech.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407943D8-4616-D11E-C833-53EC6BAFDE6A}"/>
              </a:ext>
            </a:extLst>
          </p:cNvPr>
          <p:cNvSpPr/>
          <p:nvPr/>
        </p:nvSpPr>
        <p:spPr>
          <a:xfrm>
            <a:off x="8328355" y="5360213"/>
            <a:ext cx="75895" cy="75895"/>
          </a:xfrm>
          <a:prstGeom prst="ellipse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hape 30">
            <a:extLst>
              <a:ext uri="{FF2B5EF4-FFF2-40B4-BE49-F238E27FC236}">
                <a16:creationId xmlns:a16="http://schemas.microsoft.com/office/drawing/2014/main" id="{E5E1BB7D-B293-9A4E-7879-B911E9877FB2}"/>
              </a:ext>
            </a:extLst>
          </p:cNvPr>
          <p:cNvSpPr/>
          <p:nvPr/>
        </p:nvSpPr>
        <p:spPr>
          <a:xfrm>
            <a:off x="485546" y="2748686"/>
            <a:ext cx="3571646" cy="819302"/>
          </a:xfrm>
          <a:prstGeom prst="roundRect">
            <a:avLst>
              <a:gd name="adj" fmla="val 10382"/>
            </a:avLst>
          </a:prstGeom>
          <a:solidFill>
            <a:srgbClr val="082D4A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45049314-FF92-72E7-2C30-E40EC9AC335F}"/>
              </a:ext>
            </a:extLst>
          </p:cNvPr>
          <p:cNvSpPr/>
          <p:nvPr/>
        </p:nvSpPr>
        <p:spPr>
          <a:xfrm>
            <a:off x="485546" y="3558845"/>
            <a:ext cx="3571646" cy="9144"/>
          </a:xfrm>
          <a:prstGeom prst="roundRect">
            <a:avLst>
              <a:gd name="adj" fmla="val 930233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Shape 32">
            <a:extLst>
              <a:ext uri="{FF2B5EF4-FFF2-40B4-BE49-F238E27FC236}">
                <a16:creationId xmlns:a16="http://schemas.microsoft.com/office/drawing/2014/main" id="{7737A366-11BA-3D85-AEA3-5471D2942980}"/>
              </a:ext>
            </a:extLst>
          </p:cNvPr>
          <p:cNvSpPr/>
          <p:nvPr/>
        </p:nvSpPr>
        <p:spPr>
          <a:xfrm>
            <a:off x="676656" y="2939796"/>
            <a:ext cx="428854" cy="42885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BE3A12F5-B336-7238-C308-9B02408BC6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804672" y="3058668"/>
            <a:ext cx="171907" cy="190195"/>
          </a:xfrm>
          <a:prstGeom prst="rect">
            <a:avLst/>
          </a:prstGeom>
        </p:spPr>
      </p:pic>
      <p:sp>
        <p:nvSpPr>
          <p:cNvPr id="33" name="Text 33">
            <a:extLst>
              <a:ext uri="{FF2B5EF4-FFF2-40B4-BE49-F238E27FC236}">
                <a16:creationId xmlns:a16="http://schemas.microsoft.com/office/drawing/2014/main" id="{E8A37CB9-6B7E-FF82-BEEC-9C73B9F53A8F}"/>
              </a:ext>
            </a:extLst>
          </p:cNvPr>
          <p:cNvSpPr txBox="1"/>
          <p:nvPr/>
        </p:nvSpPr>
        <p:spPr>
          <a:xfrm>
            <a:off x="1248156" y="3048610"/>
            <a:ext cx="1692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Foundation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A8CAF12C-33B4-361B-DE07-08445F49DC90}"/>
              </a:ext>
            </a:extLst>
          </p:cNvPr>
          <p:cNvSpPr/>
          <p:nvPr/>
        </p:nvSpPr>
        <p:spPr>
          <a:xfrm>
            <a:off x="4311396" y="2748686"/>
            <a:ext cx="3571646" cy="819302"/>
          </a:xfrm>
          <a:prstGeom prst="roundRect">
            <a:avLst>
              <a:gd name="adj" fmla="val 10382"/>
            </a:avLst>
          </a:prstGeom>
          <a:solidFill>
            <a:srgbClr val="1173BD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E6C952ED-BAF9-B431-E1F6-609A7FF58DBC}"/>
              </a:ext>
            </a:extLst>
          </p:cNvPr>
          <p:cNvSpPr/>
          <p:nvPr/>
        </p:nvSpPr>
        <p:spPr>
          <a:xfrm>
            <a:off x="4311396" y="3558845"/>
            <a:ext cx="3571646" cy="9144"/>
          </a:xfrm>
          <a:prstGeom prst="roundRect">
            <a:avLst>
              <a:gd name="adj" fmla="val 930233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BA8198FB-FB88-C6E8-741A-EA8E9D7B5B11}"/>
              </a:ext>
            </a:extLst>
          </p:cNvPr>
          <p:cNvSpPr/>
          <p:nvPr/>
        </p:nvSpPr>
        <p:spPr>
          <a:xfrm>
            <a:off x="4502506" y="2939796"/>
            <a:ext cx="428854" cy="42885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3CBF7114-8B38-79F0-AD45-5682CF745E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21378" y="3058668"/>
            <a:ext cx="190195" cy="190195"/>
          </a:xfrm>
          <a:prstGeom prst="rect">
            <a:avLst/>
          </a:prstGeom>
        </p:spPr>
      </p:pic>
      <p:sp>
        <p:nvSpPr>
          <p:cNvPr id="38" name="Text 37">
            <a:extLst>
              <a:ext uri="{FF2B5EF4-FFF2-40B4-BE49-F238E27FC236}">
                <a16:creationId xmlns:a16="http://schemas.microsoft.com/office/drawing/2014/main" id="{3B006D21-7335-3D3D-70CD-485AE79CDDD2}"/>
              </a:ext>
            </a:extLst>
          </p:cNvPr>
          <p:cNvSpPr txBox="1"/>
          <p:nvPr/>
        </p:nvSpPr>
        <p:spPr>
          <a:xfrm>
            <a:off x="5074006" y="3048610"/>
            <a:ext cx="18031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Modern Analytics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7C1ABD9E-16ED-FF27-FF99-58D4582655DA}"/>
              </a:ext>
            </a:extLst>
          </p:cNvPr>
          <p:cNvSpPr/>
          <p:nvPr/>
        </p:nvSpPr>
        <p:spPr>
          <a:xfrm>
            <a:off x="8137246" y="2748686"/>
            <a:ext cx="3571646" cy="819302"/>
          </a:xfrm>
          <a:prstGeom prst="roundRect">
            <a:avLst>
              <a:gd name="adj" fmla="val 10382"/>
            </a:avLst>
          </a:prstGeom>
          <a:solidFill>
            <a:srgbClr val="97CFFA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0" name="Shape 39">
            <a:extLst>
              <a:ext uri="{FF2B5EF4-FFF2-40B4-BE49-F238E27FC236}">
                <a16:creationId xmlns:a16="http://schemas.microsoft.com/office/drawing/2014/main" id="{74A7BFC0-EDC5-E7CC-2462-77F200173CD5}"/>
              </a:ext>
            </a:extLst>
          </p:cNvPr>
          <p:cNvSpPr/>
          <p:nvPr/>
        </p:nvSpPr>
        <p:spPr>
          <a:xfrm>
            <a:off x="8137246" y="3558845"/>
            <a:ext cx="3571646" cy="9144"/>
          </a:xfrm>
          <a:prstGeom prst="roundRect">
            <a:avLst>
              <a:gd name="adj" fmla="val 930233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B429C36C-49CA-7D8A-0FF6-10BFE0EF4E8F}"/>
              </a:ext>
            </a:extLst>
          </p:cNvPr>
          <p:cNvSpPr/>
          <p:nvPr/>
        </p:nvSpPr>
        <p:spPr>
          <a:xfrm>
            <a:off x="8328355" y="2939796"/>
            <a:ext cx="428854" cy="42885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D6E11F13-9676-EAFE-0E76-05FDA355CA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47227" y="3058668"/>
            <a:ext cx="190195" cy="190195"/>
          </a:xfrm>
          <a:prstGeom prst="rect">
            <a:avLst/>
          </a:prstGeom>
        </p:spPr>
      </p:pic>
      <p:sp>
        <p:nvSpPr>
          <p:cNvPr id="43" name="Text 41">
            <a:extLst>
              <a:ext uri="{FF2B5EF4-FFF2-40B4-BE49-F238E27FC236}">
                <a16:creationId xmlns:a16="http://schemas.microsoft.com/office/drawing/2014/main" id="{F8382272-CCDF-9274-E899-2A34DD413D97}"/>
              </a:ext>
            </a:extLst>
          </p:cNvPr>
          <p:cNvSpPr txBox="1"/>
          <p:nvPr/>
        </p:nvSpPr>
        <p:spPr>
          <a:xfrm>
            <a:off x="8899855" y="304861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&amp; Automation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4" name="Shape 4">
            <a:extLst>
              <a:ext uri="{FF2B5EF4-FFF2-40B4-BE49-F238E27FC236}">
                <a16:creationId xmlns:a16="http://schemas.microsoft.com/office/drawing/2014/main" id="{41EC7CD7-367C-50A0-7F1A-92F2FC35B197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</p:spTree>
    <p:extLst>
      <p:ext uri="{BB962C8B-B14F-4D97-AF65-F5344CB8AC3E}">
        <p14:creationId xmlns:p14="http://schemas.microsoft.com/office/powerpoint/2010/main" val="279910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TextBox 16"/>
          <p:cNvSpPr txBox="1"/>
          <p:nvPr/>
        </p:nvSpPr>
        <p:spPr>
          <a:xfrm>
            <a:off x="3261901" y="166695"/>
            <a:ext cx="5668197" cy="827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3600" cap="all" spc="360">
                <a:solidFill>
                  <a:srgbClr val="082D4A"/>
                </a:solidFill>
                <a:latin typeface="Nexa Bold"/>
                <a:ea typeface="Nexa Bold"/>
                <a:cs typeface="Nexa Bold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all" spc="360" normalizeH="0" baseline="0" noProof="0" dirty="0">
                <a:ln>
                  <a:noFill/>
                </a:ln>
                <a:solidFill>
                  <a:srgbClr val="082D4A"/>
                </a:solidFill>
                <a:effectLst/>
                <a:uLnTx/>
                <a:uFillTx/>
                <a:latin typeface="Nexa Bold"/>
                <a:sym typeface="Lato"/>
              </a:rPr>
              <a:t>our partners</a:t>
            </a:r>
            <a:endParaRPr kumimoji="0" sz="4000" b="1" i="0" u="none" strike="noStrike" kern="0" cap="all" spc="360" normalizeH="0" baseline="0" noProof="0" dirty="0">
              <a:ln>
                <a:noFill/>
              </a:ln>
              <a:solidFill>
                <a:srgbClr val="082D4A"/>
              </a:solidFill>
              <a:effectLst/>
              <a:uLnTx/>
              <a:uFillTx/>
              <a:latin typeface="Nexa Bold"/>
              <a:sym typeface="Lato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D63E215A-916C-292A-7BF1-E7B8502FD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D41B0272-9EA6-0206-AB0E-C1A036A082B8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pic>
        <p:nvPicPr>
          <p:cNvPr id="2" name="Picture 1" descr="A black and orange logo&#10;&#10;Description automatically generated">
            <a:extLst>
              <a:ext uri="{FF2B5EF4-FFF2-40B4-BE49-F238E27FC236}">
                <a16:creationId xmlns:a16="http://schemas.microsoft.com/office/drawing/2014/main" id="{21934775-83E7-7009-EBB2-C7BD880CEA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017" y="4538567"/>
            <a:ext cx="1366950" cy="48326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A3A13A0-C35C-DC57-0EE7-2D9F07B9F5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369" y="1736185"/>
            <a:ext cx="1135929" cy="56286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FC574B4-54FD-F5A1-5705-3036A23A7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034" y="1817479"/>
            <a:ext cx="2305575" cy="36337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B51808A-B40E-2F47-CB5E-4BFB638DF5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5384" y="3140302"/>
            <a:ext cx="2516583" cy="320028"/>
          </a:xfrm>
          <a:prstGeom prst="rect">
            <a:avLst/>
          </a:prstGeom>
        </p:spPr>
      </p:pic>
      <p:pic>
        <p:nvPicPr>
          <p:cNvPr id="17" name="Picture 16" descr="A blue and black logo&#10;&#10;Description automatically generated">
            <a:extLst>
              <a:ext uri="{FF2B5EF4-FFF2-40B4-BE49-F238E27FC236}">
                <a16:creationId xmlns:a16="http://schemas.microsoft.com/office/drawing/2014/main" id="{8962A11A-8862-9EB5-EF98-B6B6D254412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649" y="5908937"/>
            <a:ext cx="2372070" cy="40010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714BFE9-E69D-DFDB-38BE-FB1E886BC7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5358" y="1453998"/>
            <a:ext cx="1120630" cy="113172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D801327-B981-FD16-5521-7700EFAE3B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31572" y="2698268"/>
            <a:ext cx="1171783" cy="117178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587C484-D045-0FDF-8167-3F453D249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2914" y="2997224"/>
            <a:ext cx="2613657" cy="557856"/>
          </a:xfrm>
          <a:prstGeom prst="rect">
            <a:avLst/>
          </a:prstGeom>
        </p:spPr>
      </p:pic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07A6940-7917-48EB-54C4-2B47588260E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478" y="2988692"/>
            <a:ext cx="2516583" cy="62797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9AFD224-9723-906F-2D8F-187138345E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61329" y="4424498"/>
            <a:ext cx="1751017" cy="762540"/>
          </a:xfrm>
          <a:prstGeom prst="rect">
            <a:avLst/>
          </a:prstGeom>
        </p:spPr>
      </p:pic>
      <p:pic>
        <p:nvPicPr>
          <p:cNvPr id="20" name="Picture 19" descr="A close up of a logo&#10;&#10;Description automatically generated">
            <a:extLst>
              <a:ext uri="{FF2B5EF4-FFF2-40B4-BE49-F238E27FC236}">
                <a16:creationId xmlns:a16="http://schemas.microsoft.com/office/drawing/2014/main" id="{3469FF1F-9466-30B3-7528-BC09C035637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655" y="1736184"/>
            <a:ext cx="2613657" cy="512521"/>
          </a:xfrm>
          <a:prstGeom prst="rect">
            <a:avLst/>
          </a:prstGeom>
        </p:spPr>
      </p:pic>
      <p:pic>
        <p:nvPicPr>
          <p:cNvPr id="18" name="Picture 17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573C8E7-DB05-0170-CCC0-51E64529C77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83" y="4303600"/>
            <a:ext cx="1376072" cy="725202"/>
          </a:xfrm>
          <a:prstGeom prst="rect">
            <a:avLst/>
          </a:prstGeom>
        </p:spPr>
      </p:pic>
      <p:pic>
        <p:nvPicPr>
          <p:cNvPr id="1026" name="0.bnjb5q3dek" descr="image001.png">
            <a:extLst>
              <a:ext uri="{FF2B5EF4-FFF2-40B4-BE49-F238E27FC236}">
                <a16:creationId xmlns:a16="http://schemas.microsoft.com/office/drawing/2014/main" id="{41D4554F-3E2F-1532-D553-36838CD93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6132" y="1738819"/>
            <a:ext cx="10477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EDF39F6-4DAA-6E4F-CF98-691CC34CFF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" t="31110" r="5795" b="31302"/>
          <a:stretch>
            <a:fillRect/>
          </a:stretch>
        </p:blipFill>
        <p:spPr bwMode="auto">
          <a:xfrm>
            <a:off x="7842941" y="5744073"/>
            <a:ext cx="3504981" cy="72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0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784895AB-329E-55EF-0A8C-A9C6ED90578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" t="30652" r="3380" b="26476"/>
          <a:stretch>
            <a:fillRect/>
          </a:stretch>
        </p:blipFill>
        <p:spPr>
          <a:xfrm>
            <a:off x="682019" y="5744073"/>
            <a:ext cx="2404081" cy="683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32D761-B611-57AD-919C-3DD460DF1AC1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2" t="40578" r="10770" b="39727"/>
          <a:stretch>
            <a:fillRect/>
          </a:stretch>
        </p:blipFill>
        <p:spPr>
          <a:xfrm>
            <a:off x="2645293" y="4561721"/>
            <a:ext cx="2110086" cy="34645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566DF26-822F-45C4-2159-67A5454827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962" y="5562478"/>
            <a:ext cx="1751017" cy="9714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AE4CDF1-9952-4D0D-0FAA-7F38B4E86E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73007" y="4595725"/>
            <a:ext cx="1847281" cy="3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3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16">
            <a:extLst>
              <a:ext uri="{FF2B5EF4-FFF2-40B4-BE49-F238E27FC236}">
                <a16:creationId xmlns:a16="http://schemas.microsoft.com/office/drawing/2014/main" id="{898F59FF-34D6-4B52-A417-C9A714134669}"/>
              </a:ext>
            </a:extLst>
          </p:cNvPr>
          <p:cNvSpPr txBox="1"/>
          <p:nvPr/>
        </p:nvSpPr>
        <p:spPr>
          <a:xfrm>
            <a:off x="170791" y="169341"/>
            <a:ext cx="11850417" cy="827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lnSpc>
                <a:spcPct val="130000"/>
              </a:lnSpc>
              <a:defRPr sz="4000" b="1" kern="0" cap="all" spc="360">
                <a:solidFill>
                  <a:srgbClr val="082D4A"/>
                </a:solidFill>
                <a:uLnTx/>
                <a:latin typeface="Nexa Bold"/>
                <a:ea typeface="Nexa Bold"/>
                <a:cs typeface="Nexa Bold"/>
              </a:defRPr>
            </a:lvl1pPr>
          </a:lstStyle>
          <a:p>
            <a:r>
              <a:rPr lang="en-US" dirty="0"/>
              <a:t>Our Clients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F0BB973-5763-E6B4-502F-27F3915C0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48" y="3431644"/>
            <a:ext cx="2159666" cy="539917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537535B-00E2-DDDF-1D20-ABC4201BD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368" y="1736969"/>
            <a:ext cx="1965365" cy="952904"/>
          </a:xfrm>
          <a:prstGeom prst="rect">
            <a:avLst/>
          </a:prstGeom>
        </p:spPr>
      </p:pic>
      <p:pic>
        <p:nvPicPr>
          <p:cNvPr id="30" name="Picture 29" descr="A blue and black logo&#10;&#10;Description automatically generated">
            <a:extLst>
              <a:ext uri="{FF2B5EF4-FFF2-40B4-BE49-F238E27FC236}">
                <a16:creationId xmlns:a16="http://schemas.microsoft.com/office/drawing/2014/main" id="{1A39AA34-B6FD-70A1-9028-0E22AD80FF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44" y="5480262"/>
            <a:ext cx="1537092" cy="300587"/>
          </a:xfrm>
          <a:prstGeom prst="rect">
            <a:avLst/>
          </a:prstGeom>
        </p:spPr>
      </p:pic>
      <p:pic>
        <p:nvPicPr>
          <p:cNvPr id="32" name="Picture 31" descr="A black and gold sign with green text&#10;&#10;Description automatically generated">
            <a:extLst>
              <a:ext uri="{FF2B5EF4-FFF2-40B4-BE49-F238E27FC236}">
                <a16:creationId xmlns:a16="http://schemas.microsoft.com/office/drawing/2014/main" id="{D1187DFD-3778-F31E-F503-8CCBD7D7BA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706" y="1983014"/>
            <a:ext cx="1709290" cy="619421"/>
          </a:xfrm>
          <a:prstGeom prst="rect">
            <a:avLst/>
          </a:prstGeom>
        </p:spPr>
      </p:pic>
      <p:pic>
        <p:nvPicPr>
          <p:cNvPr id="38" name="Picture 37" descr="A green and blue text on a black background&#10;&#10;Description automatically generated">
            <a:extLst>
              <a:ext uri="{FF2B5EF4-FFF2-40B4-BE49-F238E27FC236}">
                <a16:creationId xmlns:a16="http://schemas.microsoft.com/office/drawing/2014/main" id="{B0A698FC-AC03-4917-45C7-7DA4F7B02A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042" y="3383665"/>
            <a:ext cx="1676606" cy="467458"/>
          </a:xfrm>
          <a:prstGeom prst="rect">
            <a:avLst/>
          </a:prstGeom>
        </p:spPr>
      </p:pic>
      <p:pic>
        <p:nvPicPr>
          <p:cNvPr id="12" name="Picture 11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A4B1EA7E-831D-AB3C-CF62-5022BE2D2FE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922" y="5423328"/>
            <a:ext cx="2494325" cy="4207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680DC9-A77A-812D-1AEB-0697C02BE7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433" y="1857605"/>
            <a:ext cx="1631872" cy="834911"/>
          </a:xfrm>
          <a:prstGeom prst="rect">
            <a:avLst/>
          </a:prstGeom>
        </p:spPr>
      </p:pic>
      <p:pic>
        <p:nvPicPr>
          <p:cNvPr id="14" name="Picture 13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451A5DB2-9F09-C536-E4F3-53127E82F7E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418" y="3357602"/>
            <a:ext cx="1389902" cy="447596"/>
          </a:xfrm>
          <a:prstGeom prst="rect">
            <a:avLst/>
          </a:prstGeom>
        </p:spPr>
      </p:pic>
      <p:pic>
        <p:nvPicPr>
          <p:cNvPr id="17" name="Picture 16" descr="A yellow and black logo&#10;&#10;AI-generated content may be incorrect.">
            <a:extLst>
              <a:ext uri="{FF2B5EF4-FFF2-40B4-BE49-F238E27FC236}">
                <a16:creationId xmlns:a16="http://schemas.microsoft.com/office/drawing/2014/main" id="{C1937838-4846-F2DB-7DB3-764F52FA52E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978" y="3303884"/>
            <a:ext cx="1645925" cy="627019"/>
          </a:xfrm>
          <a:prstGeom prst="rect">
            <a:avLst/>
          </a:prstGeom>
        </p:spPr>
      </p:pic>
      <p:pic>
        <p:nvPicPr>
          <p:cNvPr id="19" name="Picture 18" descr="A black background with purple and green text&#10;&#10;Description automatically generated">
            <a:extLst>
              <a:ext uri="{FF2B5EF4-FFF2-40B4-BE49-F238E27FC236}">
                <a16:creationId xmlns:a16="http://schemas.microsoft.com/office/drawing/2014/main" id="{36E48521-0764-F229-C97E-86EA87C84F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" t="16036" r="4371" b="26131"/>
          <a:stretch/>
        </p:blipFill>
        <p:spPr>
          <a:xfrm>
            <a:off x="4160388" y="3993955"/>
            <a:ext cx="1825861" cy="10926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BDE914-9888-78BF-9AD9-A01FFCF1FE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847" y="4387447"/>
            <a:ext cx="1745129" cy="5268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6971E2-D0F5-1F3C-482E-0B25DD486A9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98314" y="4157010"/>
            <a:ext cx="1030736" cy="1013746"/>
          </a:xfrm>
          <a:prstGeom prst="rect">
            <a:avLst/>
          </a:prstGeom>
        </p:spPr>
      </p:pic>
      <p:sp>
        <p:nvSpPr>
          <p:cNvPr id="21" name="AutoShape 4">
            <a:extLst>
              <a:ext uri="{FF2B5EF4-FFF2-40B4-BE49-F238E27FC236}">
                <a16:creationId xmlns:a16="http://schemas.microsoft.com/office/drawing/2014/main" id="{F060C2AF-4C32-6B31-04C2-0AA48AC492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8676349D-167C-D187-AAA5-2D1377CBBB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493" y="1927127"/>
            <a:ext cx="2811737" cy="675308"/>
          </a:xfrm>
          <a:prstGeom prst="rect">
            <a:avLst/>
          </a:prstGeom>
        </p:spPr>
      </p:pic>
      <p:pic>
        <p:nvPicPr>
          <p:cNvPr id="27" name="Picture 26" descr="A logo with a drop of water and text&#10;&#10;AI-generated content may be incorrect.">
            <a:extLst>
              <a:ext uri="{FF2B5EF4-FFF2-40B4-BE49-F238E27FC236}">
                <a16:creationId xmlns:a16="http://schemas.microsoft.com/office/drawing/2014/main" id="{C62E9309-FE04-BCF8-9566-8BDB6C51CC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778" y="3983937"/>
            <a:ext cx="1660752" cy="1035046"/>
          </a:xfrm>
          <a:prstGeom prst="rect">
            <a:avLst/>
          </a:prstGeom>
        </p:spPr>
      </p:pic>
      <p:pic>
        <p:nvPicPr>
          <p:cNvPr id="31" name="Picture 30" descr="A yellow circle with blue and black text&#10;&#10;AI-generated content may be incorrect.">
            <a:extLst>
              <a:ext uri="{FF2B5EF4-FFF2-40B4-BE49-F238E27FC236}">
                <a16:creationId xmlns:a16="http://schemas.microsoft.com/office/drawing/2014/main" id="{1DCCE2EA-7C27-DF2D-C140-22FA45FC3AA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203" y="5213652"/>
            <a:ext cx="1389902" cy="778345"/>
          </a:xfrm>
          <a:prstGeom prst="rect">
            <a:avLst/>
          </a:prstGeom>
        </p:spPr>
      </p:pic>
      <p:pic>
        <p:nvPicPr>
          <p:cNvPr id="39" name="Picture 38" descr="A red bird head with black background&#10;&#10;AI-generated content may be incorrect.">
            <a:extLst>
              <a:ext uri="{FF2B5EF4-FFF2-40B4-BE49-F238E27FC236}">
                <a16:creationId xmlns:a16="http://schemas.microsoft.com/office/drawing/2014/main" id="{899D5F6A-49FD-E0DB-5E1D-9D2BEDF01EC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85" y="3902280"/>
            <a:ext cx="1162139" cy="1162139"/>
          </a:xfrm>
          <a:prstGeom prst="rect">
            <a:avLst/>
          </a:prstGeom>
        </p:spPr>
      </p:pic>
      <p:pic>
        <p:nvPicPr>
          <p:cNvPr id="40" name="Picture 39" descr="A green logo with a black background&#10;&#10;AI-generated content may be incorrect.">
            <a:extLst>
              <a:ext uri="{FF2B5EF4-FFF2-40B4-BE49-F238E27FC236}">
                <a16:creationId xmlns:a16="http://schemas.microsoft.com/office/drawing/2014/main" id="{2494B74A-3A53-39E0-8A50-9318D3A4766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47" t="30702" r="4044" b="30666"/>
          <a:stretch>
            <a:fillRect/>
          </a:stretch>
        </p:blipFill>
        <p:spPr>
          <a:xfrm>
            <a:off x="620742" y="1899350"/>
            <a:ext cx="1846234" cy="73601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65D6F9B-10D7-87AF-35EA-C4C72F72FD73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18871" t="16145" r="20774" b="23557"/>
          <a:stretch>
            <a:fillRect/>
          </a:stretch>
        </p:blipFill>
        <p:spPr>
          <a:xfrm>
            <a:off x="3188058" y="2724993"/>
            <a:ext cx="1196796" cy="1396896"/>
          </a:xfrm>
          <a:prstGeom prst="rect">
            <a:avLst/>
          </a:prstGeom>
        </p:spPr>
      </p:pic>
      <p:pic>
        <p:nvPicPr>
          <p:cNvPr id="44" name="Picture 43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F1416D72-CD65-7245-8F84-AB3B47AB508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900132"/>
            <a:ext cx="1208025" cy="1202656"/>
          </a:xfrm>
          <a:prstGeom prst="rect">
            <a:avLst/>
          </a:prstGeom>
        </p:spPr>
      </p:pic>
      <p:pic>
        <p:nvPicPr>
          <p:cNvPr id="46" name="Picture 45" descr="A blue logo with black background&#10;&#10;AI-generated content may be incorrect.">
            <a:extLst>
              <a:ext uri="{FF2B5EF4-FFF2-40B4-BE49-F238E27FC236}">
                <a16:creationId xmlns:a16="http://schemas.microsoft.com/office/drawing/2014/main" id="{C20FD7BA-2D51-4E78-C6CD-8E4E95280AF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835" y="5093816"/>
            <a:ext cx="1613153" cy="1073480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CD85309B-6DC1-712B-0358-67536509425D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pic>
        <p:nvPicPr>
          <p:cNvPr id="4" name="Picture 3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3ADA0A95-A287-1A97-98B4-4FDC2399073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576" y="4986511"/>
            <a:ext cx="2500700" cy="130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8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78F0D-996F-2C29-2D6B-3D12D487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16">
            <a:extLst>
              <a:ext uri="{FF2B5EF4-FFF2-40B4-BE49-F238E27FC236}">
                <a16:creationId xmlns:a16="http://schemas.microsoft.com/office/drawing/2014/main" id="{F707A6B0-9A34-1D52-928F-87C983ACEA11}"/>
              </a:ext>
            </a:extLst>
          </p:cNvPr>
          <p:cNvSpPr txBox="1"/>
          <p:nvPr/>
        </p:nvSpPr>
        <p:spPr>
          <a:xfrm>
            <a:off x="170791" y="169341"/>
            <a:ext cx="11850417" cy="827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lnSpc>
                <a:spcPct val="130000"/>
              </a:lnSpc>
              <a:defRPr sz="4000" b="1" kern="0" cap="all" spc="360">
                <a:solidFill>
                  <a:srgbClr val="082D4A"/>
                </a:solidFill>
                <a:uLnTx/>
                <a:latin typeface="Nexa Bold"/>
                <a:ea typeface="Nexa Bold"/>
                <a:cs typeface="Nexa Bold"/>
              </a:defRPr>
            </a:lvl1pPr>
          </a:lstStyle>
          <a:p>
            <a:r>
              <a:rPr lang="en-US" dirty="0"/>
              <a:t>Our Clients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3084621-5E71-C5F5-27EE-A3A5EF14C2C4}"/>
              </a:ext>
            </a:extLst>
          </p:cNvPr>
          <p:cNvSpPr/>
          <p:nvPr/>
        </p:nvSpPr>
        <p:spPr>
          <a:xfrm>
            <a:off x="435429" y="1100699"/>
            <a:ext cx="5967706" cy="546338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 cap="flat">
            <a:solidFill>
              <a:srgbClr val="082D4A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EG" sz="1800" b="0" i="0" u="none" strike="noStrike" cap="none" spc="0" normalizeH="0" baseline="0" dirty="0">
              <a:ln>
                <a:noFill/>
              </a:ln>
              <a:solidFill>
                <a:srgbClr val="445469"/>
              </a:solidFill>
              <a:effectLst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219368-9CDB-716C-8986-66F0DEF533C4}"/>
              </a:ext>
            </a:extLst>
          </p:cNvPr>
          <p:cNvSpPr/>
          <p:nvPr/>
        </p:nvSpPr>
        <p:spPr>
          <a:xfrm>
            <a:off x="2577093" y="1100699"/>
            <a:ext cx="9179477" cy="2543646"/>
          </a:xfrm>
          <a:prstGeom prst="roundRect">
            <a:avLst/>
          </a:prstGeom>
          <a:solidFill>
            <a:srgbClr val="00E0ED">
              <a:alpha val="23084"/>
            </a:srgb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EG" sz="1800" b="0" i="0" u="none" strike="noStrike" cap="none" spc="0" normalizeH="0" baseline="0">
              <a:ln>
                <a:noFill/>
              </a:ln>
              <a:solidFill>
                <a:srgbClr val="445469"/>
              </a:solidFill>
              <a:effectLst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7EB5B83-F945-C97A-063C-E2CC55922DBD}"/>
              </a:ext>
            </a:extLst>
          </p:cNvPr>
          <p:cNvSpPr/>
          <p:nvPr/>
        </p:nvSpPr>
        <p:spPr>
          <a:xfrm>
            <a:off x="2577093" y="3663437"/>
            <a:ext cx="9179477" cy="1296000"/>
          </a:xfrm>
          <a:prstGeom prst="roundRect">
            <a:avLst/>
          </a:prstGeom>
          <a:solidFill>
            <a:schemeClr val="accent2">
              <a:lumMod val="40000"/>
              <a:lumOff val="60000"/>
              <a:alpha val="34737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EG" sz="1800" b="0" i="0" u="none" strike="noStrike" cap="none" spc="0" normalizeH="0" baseline="0">
              <a:ln>
                <a:noFill/>
              </a:ln>
              <a:solidFill>
                <a:srgbClr val="445469"/>
              </a:solidFill>
              <a:effectLst/>
              <a:uFillTx/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DEE8D27-1638-B6F9-DC0E-0C5755B6E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135" y="2382036"/>
            <a:ext cx="2159666" cy="539917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1A44C5B-BCE2-CAD8-FAF3-89CF98305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28" y="2050864"/>
            <a:ext cx="1965365" cy="952904"/>
          </a:xfrm>
          <a:prstGeom prst="rect">
            <a:avLst/>
          </a:prstGeom>
        </p:spPr>
      </p:pic>
      <p:pic>
        <p:nvPicPr>
          <p:cNvPr id="30" name="Picture 29" descr="A blue and black logo&#10;&#10;Description automatically generated">
            <a:extLst>
              <a:ext uri="{FF2B5EF4-FFF2-40B4-BE49-F238E27FC236}">
                <a16:creationId xmlns:a16="http://schemas.microsoft.com/office/drawing/2014/main" id="{D15985AE-2BA9-9CA7-FA9A-2FAAA3E29A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64" y="5181818"/>
            <a:ext cx="1537092" cy="300587"/>
          </a:xfrm>
          <a:prstGeom prst="rect">
            <a:avLst/>
          </a:prstGeom>
        </p:spPr>
      </p:pic>
      <p:pic>
        <p:nvPicPr>
          <p:cNvPr id="32" name="Picture 31" descr="A black and gold sign with green text&#10;&#10;Description automatically generated">
            <a:extLst>
              <a:ext uri="{FF2B5EF4-FFF2-40B4-BE49-F238E27FC236}">
                <a16:creationId xmlns:a16="http://schemas.microsoft.com/office/drawing/2014/main" id="{07D6BBDC-F9B9-E624-E921-1490DECD53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961" y="1348817"/>
            <a:ext cx="1709290" cy="619421"/>
          </a:xfrm>
          <a:prstGeom prst="rect">
            <a:avLst/>
          </a:prstGeom>
        </p:spPr>
      </p:pic>
      <p:pic>
        <p:nvPicPr>
          <p:cNvPr id="38" name="Picture 37" descr="A green and blue text on a black background&#10;&#10;Description automatically generated">
            <a:extLst>
              <a:ext uri="{FF2B5EF4-FFF2-40B4-BE49-F238E27FC236}">
                <a16:creationId xmlns:a16="http://schemas.microsoft.com/office/drawing/2014/main" id="{F4D97C4B-39FA-E7E3-3A4A-6EC2898DAD6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45" y="5669636"/>
            <a:ext cx="1676606" cy="467458"/>
          </a:xfrm>
          <a:prstGeom prst="rect">
            <a:avLst/>
          </a:prstGeom>
        </p:spPr>
      </p:pic>
      <p:pic>
        <p:nvPicPr>
          <p:cNvPr id="12" name="Picture 11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2A13A562-297E-4418-8A34-76DB614626D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542" y="3790835"/>
            <a:ext cx="2494325" cy="4207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7F004B-6D1F-F535-6414-4CDBABE756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135" y="1247786"/>
            <a:ext cx="1631872" cy="834911"/>
          </a:xfrm>
          <a:prstGeom prst="rect">
            <a:avLst/>
          </a:prstGeom>
        </p:spPr>
      </p:pic>
      <p:pic>
        <p:nvPicPr>
          <p:cNvPr id="14" name="Picture 13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9E27161D-2E9A-11D8-E138-DBF437E3ED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576" y="4353630"/>
            <a:ext cx="1389902" cy="447596"/>
          </a:xfrm>
          <a:prstGeom prst="rect">
            <a:avLst/>
          </a:prstGeom>
        </p:spPr>
      </p:pic>
      <p:pic>
        <p:nvPicPr>
          <p:cNvPr id="17" name="Picture 16" descr="A yellow and black logo&#10;&#10;AI-generated content may be incorrect.">
            <a:extLst>
              <a:ext uri="{FF2B5EF4-FFF2-40B4-BE49-F238E27FC236}">
                <a16:creationId xmlns:a16="http://schemas.microsoft.com/office/drawing/2014/main" id="{E0DEB66F-19B6-4670-E257-7FC73932698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444" y="2188898"/>
            <a:ext cx="1645925" cy="627019"/>
          </a:xfrm>
          <a:prstGeom prst="rect">
            <a:avLst/>
          </a:prstGeom>
        </p:spPr>
      </p:pic>
      <p:pic>
        <p:nvPicPr>
          <p:cNvPr id="19" name="Picture 18" descr="A black background with purple and green text&#10;&#10;Description automatically generated">
            <a:extLst>
              <a:ext uri="{FF2B5EF4-FFF2-40B4-BE49-F238E27FC236}">
                <a16:creationId xmlns:a16="http://schemas.microsoft.com/office/drawing/2014/main" id="{AABE66FC-2AA3-90C8-7FDD-2CE753D0ABC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" t="16036" r="4371" b="26131"/>
          <a:stretch/>
        </p:blipFill>
        <p:spPr>
          <a:xfrm>
            <a:off x="2662037" y="2651994"/>
            <a:ext cx="1825861" cy="10926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49EC7-3EC3-48F7-6C8C-A1889539B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5152" y="4064180"/>
            <a:ext cx="1745129" cy="5268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7F5D9F-9CEB-403E-F3E0-EAD14F8146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6174" y="2156462"/>
            <a:ext cx="1030736" cy="1013746"/>
          </a:xfrm>
          <a:prstGeom prst="rect">
            <a:avLst/>
          </a:prstGeom>
        </p:spPr>
      </p:pic>
      <p:sp>
        <p:nvSpPr>
          <p:cNvPr id="21" name="AutoShape 4">
            <a:extLst>
              <a:ext uri="{FF2B5EF4-FFF2-40B4-BE49-F238E27FC236}">
                <a16:creationId xmlns:a16="http://schemas.microsoft.com/office/drawing/2014/main" id="{721F65DA-F380-60D4-7DB6-C43CD7B34D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B738CB65-96ED-5CED-CFA1-1BDC268CD0C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281" y="1327588"/>
            <a:ext cx="2811737" cy="675308"/>
          </a:xfrm>
          <a:prstGeom prst="rect">
            <a:avLst/>
          </a:prstGeom>
        </p:spPr>
      </p:pic>
      <p:pic>
        <p:nvPicPr>
          <p:cNvPr id="27" name="Picture 26" descr="A logo with a drop of water and text&#10;&#10;AI-generated content may be incorrect.">
            <a:extLst>
              <a:ext uri="{FF2B5EF4-FFF2-40B4-BE49-F238E27FC236}">
                <a16:creationId xmlns:a16="http://schemas.microsoft.com/office/drawing/2014/main" id="{EFF24EBF-0F2B-E22B-6B8E-A5FF4E43206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576" y="2093241"/>
            <a:ext cx="1660752" cy="1035046"/>
          </a:xfrm>
          <a:prstGeom prst="rect">
            <a:avLst/>
          </a:prstGeom>
        </p:spPr>
      </p:pic>
      <p:pic>
        <p:nvPicPr>
          <p:cNvPr id="31" name="Picture 30" descr="A yellow circle with blue and black text&#10;&#10;AI-generated content may be incorrect.">
            <a:extLst>
              <a:ext uri="{FF2B5EF4-FFF2-40B4-BE49-F238E27FC236}">
                <a16:creationId xmlns:a16="http://schemas.microsoft.com/office/drawing/2014/main" id="{666A129C-FF3B-634C-5765-C9067078DD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418" y="5107867"/>
            <a:ext cx="1389902" cy="778345"/>
          </a:xfrm>
          <a:prstGeom prst="rect">
            <a:avLst/>
          </a:prstGeom>
        </p:spPr>
      </p:pic>
      <p:pic>
        <p:nvPicPr>
          <p:cNvPr id="39" name="Picture 38" descr="A red bird head with black background&#10;&#10;AI-generated content may be incorrect.">
            <a:extLst>
              <a:ext uri="{FF2B5EF4-FFF2-40B4-BE49-F238E27FC236}">
                <a16:creationId xmlns:a16="http://schemas.microsoft.com/office/drawing/2014/main" id="{0D7E5066-5CBD-73EB-21F8-1560111A096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641" y="1031234"/>
            <a:ext cx="1162139" cy="1162139"/>
          </a:xfrm>
          <a:prstGeom prst="rect">
            <a:avLst/>
          </a:prstGeom>
        </p:spPr>
      </p:pic>
      <p:pic>
        <p:nvPicPr>
          <p:cNvPr id="40" name="Picture 39" descr="A green logo with a black background&#10;&#10;AI-generated content may be incorrect.">
            <a:extLst>
              <a:ext uri="{FF2B5EF4-FFF2-40B4-BE49-F238E27FC236}">
                <a16:creationId xmlns:a16="http://schemas.microsoft.com/office/drawing/2014/main" id="{0607D034-83AF-8E73-A016-B879D06475B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47" t="30702" r="4044" b="30666"/>
          <a:stretch>
            <a:fillRect/>
          </a:stretch>
        </p:blipFill>
        <p:spPr>
          <a:xfrm>
            <a:off x="676770" y="1295755"/>
            <a:ext cx="1846234" cy="73601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6F55FDA-CFA3-1634-7714-C29A71B82B34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18871" t="16145" r="20774" b="23557"/>
          <a:stretch>
            <a:fillRect/>
          </a:stretch>
        </p:blipFill>
        <p:spPr>
          <a:xfrm>
            <a:off x="4765068" y="2147897"/>
            <a:ext cx="1196796" cy="1396896"/>
          </a:xfrm>
          <a:prstGeom prst="rect">
            <a:avLst/>
          </a:prstGeom>
        </p:spPr>
      </p:pic>
      <p:pic>
        <p:nvPicPr>
          <p:cNvPr id="44" name="Picture 43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CDF65A55-80F8-5933-A843-071A2458DE9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37" y="2798544"/>
            <a:ext cx="1208025" cy="1202656"/>
          </a:xfrm>
          <a:prstGeom prst="rect">
            <a:avLst/>
          </a:prstGeom>
        </p:spPr>
      </p:pic>
      <p:pic>
        <p:nvPicPr>
          <p:cNvPr id="46" name="Picture 45" descr="A blue logo with black background&#10;&#10;AI-generated content may be incorrect.">
            <a:extLst>
              <a:ext uri="{FF2B5EF4-FFF2-40B4-BE49-F238E27FC236}">
                <a16:creationId xmlns:a16="http://schemas.microsoft.com/office/drawing/2014/main" id="{0EDF2D2C-4579-CC97-C1B0-442434AEAD1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2" y="3935067"/>
            <a:ext cx="1613153" cy="1073480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A6FF0A96-742A-8C62-F709-43F6DDAD411B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3274B7-C233-DAAC-1EB2-154AF7F7CDFA}"/>
              </a:ext>
            </a:extLst>
          </p:cNvPr>
          <p:cNvSpPr txBox="1"/>
          <p:nvPr/>
        </p:nvSpPr>
        <p:spPr>
          <a:xfrm>
            <a:off x="1939164" y="6139104"/>
            <a:ext cx="296023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EG" sz="1800" b="1" i="0" u="none" strike="noStrike" cap="none" spc="0" normalizeH="0" baseline="0" dirty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  <a:sym typeface="Lato"/>
              </a:rPr>
              <a:t>Managed Services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49EEB-4F3B-1E51-C710-82025235E3C0}"/>
              </a:ext>
            </a:extLst>
          </p:cNvPr>
          <p:cNvSpPr txBox="1"/>
          <p:nvPr/>
        </p:nvSpPr>
        <p:spPr>
          <a:xfrm>
            <a:off x="6095999" y="3223718"/>
            <a:ext cx="296023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EG" sz="1800" b="1" i="0" u="none" strike="noStrike" cap="none" spc="0" normalizeH="0" baseline="0" dirty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  <a:sym typeface="Lato"/>
              </a:rPr>
              <a:t>SAP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993214-47B5-7287-0477-D6A6AE99DF97}"/>
              </a:ext>
            </a:extLst>
          </p:cNvPr>
          <p:cNvSpPr txBox="1"/>
          <p:nvPr/>
        </p:nvSpPr>
        <p:spPr>
          <a:xfrm>
            <a:off x="6103416" y="4616561"/>
            <a:ext cx="296023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EG" sz="1800" b="1" i="0" u="none" strike="noStrike" cap="none" spc="0" normalizeH="0" baseline="0" dirty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  <a:sym typeface="Lato"/>
              </a:rPr>
              <a:t>BI &amp; Testing</a:t>
            </a:r>
          </a:p>
        </p:txBody>
      </p:sp>
      <p:pic>
        <p:nvPicPr>
          <p:cNvPr id="29" name="Picture 28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E4C2E845-3AC6-2817-7547-19890DC4E0C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213" y="3663437"/>
            <a:ext cx="2500700" cy="130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0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1A1DC-EBE7-4B85-AE74-25666541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9DFBA36-2835-0EF0-5B9A-ADE5203997F2}"/>
              </a:ext>
            </a:extLst>
          </p:cNvPr>
          <p:cNvSpPr txBox="1"/>
          <p:nvPr/>
        </p:nvSpPr>
        <p:spPr>
          <a:xfrm>
            <a:off x="762000" y="166847"/>
            <a:ext cx="10668000" cy="769441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indent="0" algn="ctr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1" i="0" u="none" strike="noStrike" cap="all" spc="360" normalizeH="0" baseline="0">
                <a:ln>
                  <a:noFill/>
                </a:ln>
                <a:solidFill>
                  <a:srgbClr val="082D4A"/>
                </a:solidFill>
                <a:effectLst/>
                <a:uFillTx/>
                <a:latin typeface="Nexa Bold"/>
                <a:ea typeface="Nexa Bold"/>
                <a:cs typeface="Nexa Bold"/>
              </a:defRPr>
            </a:lvl1pPr>
            <a:lvl2pPr marL="0" marR="0" indent="457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2pPr>
            <a:lvl3pPr marL="0" marR="0" indent="914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3pPr>
            <a:lvl4pPr marL="0" marR="0" indent="1371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4pPr>
            <a:lvl5pPr marL="0" marR="0" indent="18288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5pPr>
            <a:lvl6pPr marL="0" marR="0" indent="22860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6pPr>
            <a:lvl7pPr marL="0" marR="0" indent="2743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7pPr>
            <a:lvl8pPr marL="0" marR="0" indent="3200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8pPr>
            <a:lvl9pPr marL="0" marR="0" indent="3657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9pPr>
          </a:lstStyle>
          <a:p>
            <a:r>
              <a:rPr lang="en-US" sz="4400" dirty="0"/>
              <a:t>Why </a:t>
            </a:r>
            <a:r>
              <a:rPr lang="en-US" sz="4400" dirty="0" err="1"/>
              <a:t>wavz</a:t>
            </a:r>
            <a:endParaRPr lang="en-US" sz="44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16F0259C-BD92-64F6-525D-C9C33B35BC6A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2388D62-5ADA-CF34-C0B3-90D4EA1B0900}"/>
              </a:ext>
            </a:extLst>
          </p:cNvPr>
          <p:cNvSpPr/>
          <p:nvPr/>
        </p:nvSpPr>
        <p:spPr>
          <a:xfrm>
            <a:off x="166422" y="1293943"/>
            <a:ext cx="3333902" cy="5379349"/>
          </a:xfrm>
          <a:prstGeom prst="rect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1695F536-016C-5298-352E-6C9E2FDD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3434485" y="1293943"/>
            <a:ext cx="98756" cy="5379349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C002FAD5-3C1D-FDF9-D212-3BD09191AEB1}"/>
              </a:ext>
            </a:extLst>
          </p:cNvPr>
          <p:cNvGrpSpPr/>
          <p:nvPr/>
        </p:nvGrpSpPr>
        <p:grpSpPr>
          <a:xfrm>
            <a:off x="3668110" y="1293943"/>
            <a:ext cx="8219090" cy="5379349"/>
            <a:chOff x="4000500" y="-47549"/>
            <a:chExt cx="7619695" cy="6954012"/>
          </a:xfrm>
        </p:grpSpPr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CE60C285-B242-A613-C382-E3475CD74B7E}"/>
                </a:ext>
              </a:extLst>
            </p:cNvPr>
            <p:cNvSpPr/>
            <p:nvPr/>
          </p:nvSpPr>
          <p:spPr>
            <a:xfrm>
              <a:off x="4000500" y="-47549"/>
              <a:ext cx="7619695" cy="1200607"/>
            </a:xfrm>
            <a:prstGeom prst="roundRect">
              <a:avLst>
                <a:gd name="adj" fmla="val 7253"/>
              </a:avLst>
            </a:prstGeom>
            <a:solidFill>
              <a:srgbClr val="FFFFFF"/>
            </a:solidFill>
            <a:ln/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FB76C800-25CB-51EA-A430-8ACE0550008E}"/>
                </a:ext>
              </a:extLst>
            </p:cNvPr>
            <p:cNvSpPr/>
            <p:nvPr/>
          </p:nvSpPr>
          <p:spPr>
            <a:xfrm>
              <a:off x="4000500" y="-47549"/>
              <a:ext cx="47549" cy="1200607"/>
            </a:xfrm>
            <a:prstGeom prst="roundRect">
              <a:avLst>
                <a:gd name="adj" fmla="val 183149"/>
              </a:avLst>
            </a:prstGeom>
            <a:solidFill>
              <a:srgbClr val="000000">
                <a:alpha val="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19B2E1E9-B6A3-8453-3520-A024555E77FA}"/>
                </a:ext>
              </a:extLst>
            </p:cNvPr>
            <p:cNvSpPr/>
            <p:nvPr/>
          </p:nvSpPr>
          <p:spPr>
            <a:xfrm>
              <a:off x="4238244" y="142646"/>
              <a:ext cx="571500" cy="571500"/>
            </a:xfrm>
            <a:prstGeom prst="roundRect">
              <a:avLst>
                <a:gd name="adj" fmla="val 32000"/>
              </a:avLst>
            </a:prstGeom>
            <a:solidFill>
              <a:srgbClr val="E0F2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13" name="Image 2" descr="preencoded.png">
              <a:extLst>
                <a:ext uri="{FF2B5EF4-FFF2-40B4-BE49-F238E27FC236}">
                  <a16:creationId xmlns:a16="http://schemas.microsoft.com/office/drawing/2014/main" id="{4EC362DD-DF79-4A1D-18DC-893AC48BE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881" r="-881"/>
            <a:stretch/>
          </p:blipFill>
          <p:spPr>
            <a:xfrm>
              <a:off x="4405579" y="295351"/>
              <a:ext cx="237744" cy="267005"/>
            </a:xfrm>
            <a:prstGeom prst="rect">
              <a:avLst/>
            </a:prstGeom>
          </p:spPr>
        </p:pic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E05AA06D-797F-4BF5-03A7-F6DD787B2E9B}"/>
                </a:ext>
              </a:extLst>
            </p:cNvPr>
            <p:cNvSpPr txBox="1"/>
            <p:nvPr/>
          </p:nvSpPr>
          <p:spPr>
            <a:xfrm>
              <a:off x="5048402" y="142646"/>
              <a:ext cx="649681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82D4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Seasoned Expertise</a:t>
              </a:r>
              <a:endPara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A4BDEDD1-4F0D-F6F9-5AD5-380D138E0EB7}"/>
                </a:ext>
              </a:extLst>
            </p:cNvPr>
            <p:cNvSpPr txBox="1"/>
            <p:nvPr/>
          </p:nvSpPr>
          <p:spPr>
            <a:xfrm>
              <a:off x="5048402" y="504749"/>
              <a:ext cx="64584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Consultants with deep hands-on experience across banking, communications, and government sectors where precision is mission-critical.</a:t>
              </a:r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97194DB0-6ED5-8563-A050-E82ADFAB4279}"/>
                </a:ext>
              </a:extLst>
            </p:cNvPr>
            <p:cNvSpPr/>
            <p:nvPr/>
          </p:nvSpPr>
          <p:spPr>
            <a:xfrm>
              <a:off x="4000500" y="1390802"/>
              <a:ext cx="7619695" cy="1200607"/>
            </a:xfrm>
            <a:prstGeom prst="roundRect">
              <a:avLst>
                <a:gd name="adj" fmla="val 7253"/>
              </a:avLst>
            </a:prstGeom>
            <a:solidFill>
              <a:srgbClr val="FFFFFF"/>
            </a:solidFill>
            <a:ln/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231846D0-2F7A-2CC4-0D86-6BB965CDFEB6}"/>
                </a:ext>
              </a:extLst>
            </p:cNvPr>
            <p:cNvSpPr/>
            <p:nvPr/>
          </p:nvSpPr>
          <p:spPr>
            <a:xfrm>
              <a:off x="4000500" y="1390802"/>
              <a:ext cx="47549" cy="1200607"/>
            </a:xfrm>
            <a:prstGeom prst="roundRect">
              <a:avLst>
                <a:gd name="adj" fmla="val 183149"/>
              </a:avLst>
            </a:prstGeom>
            <a:solidFill>
              <a:srgbClr val="000000">
                <a:alpha val="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Shape 11">
              <a:extLst>
                <a:ext uri="{FF2B5EF4-FFF2-40B4-BE49-F238E27FC236}">
                  <a16:creationId xmlns:a16="http://schemas.microsoft.com/office/drawing/2014/main" id="{7B35E0E2-A36A-EE22-DC9A-6CC93B24F1C3}"/>
                </a:ext>
              </a:extLst>
            </p:cNvPr>
            <p:cNvSpPr/>
            <p:nvPr/>
          </p:nvSpPr>
          <p:spPr>
            <a:xfrm>
              <a:off x="4238244" y="1580998"/>
              <a:ext cx="571500" cy="571500"/>
            </a:xfrm>
            <a:prstGeom prst="roundRect">
              <a:avLst>
                <a:gd name="adj" fmla="val 32000"/>
              </a:avLst>
            </a:prstGeom>
            <a:solidFill>
              <a:srgbClr val="DBEA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19" name="Image 3" descr="preencoded.png">
              <a:extLst>
                <a:ext uri="{FF2B5EF4-FFF2-40B4-BE49-F238E27FC236}">
                  <a16:creationId xmlns:a16="http://schemas.microsoft.com/office/drawing/2014/main" id="{7E7B602A-A891-86F8-B766-4A7805E8E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358030" y="1733702"/>
              <a:ext cx="333756" cy="267005"/>
            </a:xfrm>
            <a:prstGeom prst="rect">
              <a:avLst/>
            </a:prstGeom>
          </p:spPr>
        </p:pic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B059A123-23F5-C4A0-0AC3-A7FA6D804090}"/>
                </a:ext>
              </a:extLst>
            </p:cNvPr>
            <p:cNvSpPr txBox="1"/>
            <p:nvPr/>
          </p:nvSpPr>
          <p:spPr>
            <a:xfrm>
              <a:off x="5048402" y="1580998"/>
              <a:ext cx="649681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82D4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Technology Agnostic</a:t>
              </a:r>
              <a:endPara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Text 13">
              <a:extLst>
                <a:ext uri="{FF2B5EF4-FFF2-40B4-BE49-F238E27FC236}">
                  <a16:creationId xmlns:a16="http://schemas.microsoft.com/office/drawing/2014/main" id="{445DDDE2-E556-2195-1E32-28C82FBB92B4}"/>
                </a:ext>
              </a:extLst>
            </p:cNvPr>
            <p:cNvSpPr txBox="1"/>
            <p:nvPr/>
          </p:nvSpPr>
          <p:spPr>
            <a:xfrm>
              <a:off x="5048402" y="1943100"/>
              <a:ext cx="64584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We design solutions based solely on what serves your business outcomes best, not tied to a single platform or vendor constraint.</a:t>
              </a:r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Shape 14">
              <a:extLst>
                <a:ext uri="{FF2B5EF4-FFF2-40B4-BE49-F238E27FC236}">
                  <a16:creationId xmlns:a16="http://schemas.microsoft.com/office/drawing/2014/main" id="{19101B9D-1FE9-EEC2-83E0-B7BF37D267BF}"/>
                </a:ext>
              </a:extLst>
            </p:cNvPr>
            <p:cNvSpPr/>
            <p:nvPr/>
          </p:nvSpPr>
          <p:spPr>
            <a:xfrm>
              <a:off x="4000500" y="2829154"/>
              <a:ext cx="7619695" cy="1200607"/>
            </a:xfrm>
            <a:prstGeom prst="roundRect">
              <a:avLst>
                <a:gd name="adj" fmla="val 7253"/>
              </a:avLst>
            </a:prstGeom>
            <a:solidFill>
              <a:srgbClr val="FFFFFF"/>
            </a:solidFill>
            <a:ln/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Shape 15">
              <a:extLst>
                <a:ext uri="{FF2B5EF4-FFF2-40B4-BE49-F238E27FC236}">
                  <a16:creationId xmlns:a16="http://schemas.microsoft.com/office/drawing/2014/main" id="{CEDD461C-D786-FB83-F4FC-932CE2847144}"/>
                </a:ext>
              </a:extLst>
            </p:cNvPr>
            <p:cNvSpPr/>
            <p:nvPr/>
          </p:nvSpPr>
          <p:spPr>
            <a:xfrm>
              <a:off x="4000500" y="2829154"/>
              <a:ext cx="47549" cy="1200607"/>
            </a:xfrm>
            <a:prstGeom prst="roundRect">
              <a:avLst>
                <a:gd name="adj" fmla="val 183149"/>
              </a:avLst>
            </a:prstGeom>
            <a:solidFill>
              <a:srgbClr val="000000">
                <a:alpha val="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Shape 16">
              <a:extLst>
                <a:ext uri="{FF2B5EF4-FFF2-40B4-BE49-F238E27FC236}">
                  <a16:creationId xmlns:a16="http://schemas.microsoft.com/office/drawing/2014/main" id="{A94D3959-48EF-2903-2604-2B0FF16BDACD}"/>
                </a:ext>
              </a:extLst>
            </p:cNvPr>
            <p:cNvSpPr/>
            <p:nvPr/>
          </p:nvSpPr>
          <p:spPr>
            <a:xfrm>
              <a:off x="4238244" y="3019349"/>
              <a:ext cx="571500" cy="571500"/>
            </a:xfrm>
            <a:prstGeom prst="roundRect">
              <a:avLst>
                <a:gd name="adj" fmla="val 32000"/>
              </a:avLst>
            </a:prstGeom>
            <a:solidFill>
              <a:srgbClr val="E0E7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25" name="Image 4" descr="preencoded.png">
              <a:extLst>
                <a:ext uri="{FF2B5EF4-FFF2-40B4-BE49-F238E27FC236}">
                  <a16:creationId xmlns:a16="http://schemas.microsoft.com/office/drawing/2014/main" id="{F93E5310-A8CD-A5A0-39DB-470182966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4358030" y="3172054"/>
              <a:ext cx="333756" cy="267005"/>
            </a:xfrm>
            <a:prstGeom prst="rect">
              <a:avLst/>
            </a:prstGeom>
          </p:spPr>
        </p:pic>
        <p:sp>
          <p:nvSpPr>
            <p:cNvPr id="26" name="Text 17">
              <a:extLst>
                <a:ext uri="{FF2B5EF4-FFF2-40B4-BE49-F238E27FC236}">
                  <a16:creationId xmlns:a16="http://schemas.microsoft.com/office/drawing/2014/main" id="{2CB3A656-882E-115B-D640-29304480EF56}"/>
                </a:ext>
              </a:extLst>
            </p:cNvPr>
            <p:cNvSpPr txBox="1"/>
            <p:nvPr/>
          </p:nvSpPr>
          <p:spPr>
            <a:xfrm>
              <a:off x="5048402" y="3019349"/>
              <a:ext cx="649681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82D4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Global Partnerships</a:t>
              </a:r>
              <a:endPara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Text 18">
              <a:extLst>
                <a:ext uri="{FF2B5EF4-FFF2-40B4-BE49-F238E27FC236}">
                  <a16:creationId xmlns:a16="http://schemas.microsoft.com/office/drawing/2014/main" id="{39C9F32B-142D-F3CA-D2DE-33B010849433}"/>
                </a:ext>
              </a:extLst>
            </p:cNvPr>
            <p:cNvSpPr txBox="1"/>
            <p:nvPr/>
          </p:nvSpPr>
          <p:spPr>
            <a:xfrm>
              <a:off x="5048402" y="3381451"/>
              <a:ext cx="64584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Strategic alliances with market leaders like Microsoft, SAP, Oracle, and Teradata to bring world-class capabilities to your local environment.</a:t>
              </a:r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Shape 19">
              <a:extLst>
                <a:ext uri="{FF2B5EF4-FFF2-40B4-BE49-F238E27FC236}">
                  <a16:creationId xmlns:a16="http://schemas.microsoft.com/office/drawing/2014/main" id="{141079D2-1AFF-9DCD-0D79-A25A540CBB9B}"/>
                </a:ext>
              </a:extLst>
            </p:cNvPr>
            <p:cNvSpPr/>
            <p:nvPr/>
          </p:nvSpPr>
          <p:spPr>
            <a:xfrm>
              <a:off x="4000500" y="4267505"/>
              <a:ext cx="7619695" cy="1200607"/>
            </a:xfrm>
            <a:prstGeom prst="roundRect">
              <a:avLst>
                <a:gd name="adj" fmla="val 7253"/>
              </a:avLst>
            </a:prstGeom>
            <a:solidFill>
              <a:srgbClr val="FFFFFF"/>
            </a:solidFill>
            <a:ln/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Shape 20">
              <a:extLst>
                <a:ext uri="{FF2B5EF4-FFF2-40B4-BE49-F238E27FC236}">
                  <a16:creationId xmlns:a16="http://schemas.microsoft.com/office/drawing/2014/main" id="{1B6F4BE4-A8F9-C591-EBD3-24F79B48F492}"/>
                </a:ext>
              </a:extLst>
            </p:cNvPr>
            <p:cNvSpPr/>
            <p:nvPr/>
          </p:nvSpPr>
          <p:spPr>
            <a:xfrm>
              <a:off x="4000500" y="4267505"/>
              <a:ext cx="47549" cy="1200607"/>
            </a:xfrm>
            <a:prstGeom prst="roundRect">
              <a:avLst>
                <a:gd name="adj" fmla="val 183149"/>
              </a:avLst>
            </a:prstGeom>
            <a:solidFill>
              <a:srgbClr val="000000">
                <a:alpha val="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8FBC23CC-DDE9-6A3D-DAB4-E40379C4EB22}"/>
                </a:ext>
              </a:extLst>
            </p:cNvPr>
            <p:cNvSpPr/>
            <p:nvPr/>
          </p:nvSpPr>
          <p:spPr>
            <a:xfrm>
              <a:off x="4238244" y="4457700"/>
              <a:ext cx="571500" cy="571500"/>
            </a:xfrm>
            <a:prstGeom prst="roundRect">
              <a:avLst>
                <a:gd name="adj" fmla="val 32000"/>
              </a:avLst>
            </a:prstGeom>
            <a:solidFill>
              <a:srgbClr val="F1F5F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31" name="Image 5" descr="preencoded.png">
              <a:extLst>
                <a:ext uri="{FF2B5EF4-FFF2-40B4-BE49-F238E27FC236}">
                  <a16:creationId xmlns:a16="http://schemas.microsoft.com/office/drawing/2014/main" id="{8A02496C-877D-F4FB-C1B8-F84B515EA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4424782" y="4610405"/>
              <a:ext cx="200254" cy="267005"/>
            </a:xfrm>
            <a:prstGeom prst="rect">
              <a:avLst/>
            </a:prstGeom>
          </p:spPr>
        </p:pic>
        <p:sp>
          <p:nvSpPr>
            <p:cNvPr id="32" name="Text 22">
              <a:extLst>
                <a:ext uri="{FF2B5EF4-FFF2-40B4-BE49-F238E27FC236}">
                  <a16:creationId xmlns:a16="http://schemas.microsoft.com/office/drawing/2014/main" id="{C865E735-B2FF-5FFD-6920-769B897E7DF7}"/>
                </a:ext>
              </a:extLst>
            </p:cNvPr>
            <p:cNvSpPr txBox="1"/>
            <p:nvPr/>
          </p:nvSpPr>
          <p:spPr>
            <a:xfrm>
              <a:off x="5048402" y="4457700"/>
              <a:ext cx="649681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82D4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Proven Delivery Excellence</a:t>
              </a:r>
              <a:endPara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 23">
              <a:extLst>
                <a:ext uri="{FF2B5EF4-FFF2-40B4-BE49-F238E27FC236}">
                  <a16:creationId xmlns:a16="http://schemas.microsoft.com/office/drawing/2014/main" id="{4CB4F8C9-5DEF-8EB3-C000-A38FB13B211D}"/>
                </a:ext>
              </a:extLst>
            </p:cNvPr>
            <p:cNvSpPr txBox="1"/>
            <p:nvPr/>
          </p:nvSpPr>
          <p:spPr>
            <a:xfrm>
              <a:off x="5048402" y="4819802"/>
              <a:ext cx="64584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Established in 2008 with a track record of reliability, strict governance, and high-performance delivery standards.</a:t>
              </a:r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4" name="Shape 24">
              <a:extLst>
                <a:ext uri="{FF2B5EF4-FFF2-40B4-BE49-F238E27FC236}">
                  <a16:creationId xmlns:a16="http://schemas.microsoft.com/office/drawing/2014/main" id="{D3AF6EB9-8C52-3047-3D14-84CA93E5154A}"/>
                </a:ext>
              </a:extLst>
            </p:cNvPr>
            <p:cNvSpPr/>
            <p:nvPr/>
          </p:nvSpPr>
          <p:spPr>
            <a:xfrm>
              <a:off x="4000500" y="5705856"/>
              <a:ext cx="7619695" cy="1200607"/>
            </a:xfrm>
            <a:prstGeom prst="roundRect">
              <a:avLst>
                <a:gd name="adj" fmla="val 7253"/>
              </a:avLst>
            </a:prstGeom>
            <a:solidFill>
              <a:srgbClr val="FFFFFF"/>
            </a:solidFill>
            <a:ln/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5" name="Shape 25">
              <a:extLst>
                <a:ext uri="{FF2B5EF4-FFF2-40B4-BE49-F238E27FC236}">
                  <a16:creationId xmlns:a16="http://schemas.microsoft.com/office/drawing/2014/main" id="{797CFF2C-DB7A-5767-8CF8-1C7FD8CE96B4}"/>
                </a:ext>
              </a:extLst>
            </p:cNvPr>
            <p:cNvSpPr/>
            <p:nvPr/>
          </p:nvSpPr>
          <p:spPr>
            <a:xfrm>
              <a:off x="4000500" y="5705856"/>
              <a:ext cx="47549" cy="1200607"/>
            </a:xfrm>
            <a:prstGeom prst="roundRect">
              <a:avLst>
                <a:gd name="adj" fmla="val 183149"/>
              </a:avLst>
            </a:prstGeom>
            <a:solidFill>
              <a:srgbClr val="000000">
                <a:alpha val="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6" name="Shape 26">
              <a:extLst>
                <a:ext uri="{FF2B5EF4-FFF2-40B4-BE49-F238E27FC236}">
                  <a16:creationId xmlns:a16="http://schemas.microsoft.com/office/drawing/2014/main" id="{74673448-3650-0FF2-71FE-F76F3087CBD4}"/>
                </a:ext>
              </a:extLst>
            </p:cNvPr>
            <p:cNvSpPr/>
            <p:nvPr/>
          </p:nvSpPr>
          <p:spPr>
            <a:xfrm>
              <a:off x="4238244" y="5896051"/>
              <a:ext cx="571500" cy="571500"/>
            </a:xfrm>
            <a:prstGeom prst="roundRect">
              <a:avLst>
                <a:gd name="adj" fmla="val 32000"/>
              </a:avLst>
            </a:prstGeom>
            <a:solidFill>
              <a:srgbClr val="ECFE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37" name="Image 6" descr="preencoded.png">
              <a:extLst>
                <a:ext uri="{FF2B5EF4-FFF2-40B4-BE49-F238E27FC236}">
                  <a16:creationId xmlns:a16="http://schemas.microsoft.com/office/drawing/2014/main" id="{62F7687E-DCF7-76C3-0614-D4D65C1F9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4390949" y="6048756"/>
              <a:ext cx="267005" cy="267005"/>
            </a:xfrm>
            <a:prstGeom prst="rect">
              <a:avLst/>
            </a:prstGeom>
          </p:spPr>
        </p:pic>
        <p:sp>
          <p:nvSpPr>
            <p:cNvPr id="38" name="Text 27">
              <a:extLst>
                <a:ext uri="{FF2B5EF4-FFF2-40B4-BE49-F238E27FC236}">
                  <a16:creationId xmlns:a16="http://schemas.microsoft.com/office/drawing/2014/main" id="{36F59E6E-1447-9731-5B35-BFB01E2B9CF2}"/>
                </a:ext>
              </a:extLst>
            </p:cNvPr>
            <p:cNvSpPr txBox="1"/>
            <p:nvPr/>
          </p:nvSpPr>
          <p:spPr>
            <a:xfrm>
              <a:off x="5048402" y="5896051"/>
              <a:ext cx="649681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82D4A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Strong Regional Presence</a:t>
              </a:r>
              <a:endPara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9" name="Text 28">
              <a:extLst>
                <a:ext uri="{FF2B5EF4-FFF2-40B4-BE49-F238E27FC236}">
                  <a16:creationId xmlns:a16="http://schemas.microsoft.com/office/drawing/2014/main" id="{655670FF-933C-D133-E1DA-BFBA52081961}"/>
                </a:ext>
              </a:extLst>
            </p:cNvPr>
            <p:cNvSpPr txBox="1"/>
            <p:nvPr/>
          </p:nvSpPr>
          <p:spPr>
            <a:xfrm>
              <a:off x="5048402" y="6258154"/>
              <a:ext cx="64584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Headquartered in Cairo with a subsidiary  in Riyadh (KSA) and an extended partner network serving the entire Middle East &amp; Africa region.</a:t>
              </a:r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40" name="Text 29">
            <a:extLst>
              <a:ext uri="{FF2B5EF4-FFF2-40B4-BE49-F238E27FC236}">
                <a16:creationId xmlns:a16="http://schemas.microsoft.com/office/drawing/2014/main" id="{E5C1D257-32FF-8A75-71B4-C32A783C1D3A}"/>
              </a:ext>
            </a:extLst>
          </p:cNvPr>
          <p:cNvSpPr txBox="1"/>
          <p:nvPr/>
        </p:nvSpPr>
        <p:spPr>
          <a:xfrm>
            <a:off x="476402" y="1904695"/>
            <a:ext cx="2477110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</a:t>
            </a:r>
            <a:endParaRPr lang="en-US" sz="4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WAVZ?</a:t>
            </a:r>
            <a:endParaRPr lang="en-US" sz="4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8CB9E3C2-E4F5-19C8-5769-25673CB3EE9E}"/>
              </a:ext>
            </a:extLst>
          </p:cNvPr>
          <p:cNvSpPr txBox="1"/>
          <p:nvPr/>
        </p:nvSpPr>
        <p:spPr>
          <a:xfrm>
            <a:off x="476402" y="3436315"/>
            <a:ext cx="245790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7CFF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Your trusted partner for resilient and sustainable growth.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30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A10BE-2059-7E10-8E4D-E8727458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66B906D-84FC-8C48-2675-8B650A4D4AF1}"/>
              </a:ext>
            </a:extLst>
          </p:cNvPr>
          <p:cNvSpPr txBox="1"/>
          <p:nvPr/>
        </p:nvSpPr>
        <p:spPr>
          <a:xfrm>
            <a:off x="762000" y="166847"/>
            <a:ext cx="10668000" cy="769441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indent="0" algn="ctr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1" i="0" u="none" strike="noStrike" cap="all" spc="360" normalizeH="0" baseline="0">
                <a:ln>
                  <a:noFill/>
                </a:ln>
                <a:solidFill>
                  <a:srgbClr val="082D4A"/>
                </a:solidFill>
                <a:effectLst/>
                <a:uFillTx/>
                <a:latin typeface="Nexa Bold"/>
                <a:ea typeface="Nexa Bold"/>
                <a:cs typeface="Nexa Bold"/>
              </a:defRPr>
            </a:lvl1pPr>
            <a:lvl2pPr marL="0" marR="0" indent="457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2pPr>
            <a:lvl3pPr marL="0" marR="0" indent="914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3pPr>
            <a:lvl4pPr marL="0" marR="0" indent="1371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4pPr>
            <a:lvl5pPr marL="0" marR="0" indent="18288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5pPr>
            <a:lvl6pPr marL="0" marR="0" indent="22860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6pPr>
            <a:lvl7pPr marL="0" marR="0" indent="27432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7pPr>
            <a:lvl8pPr marL="0" marR="0" indent="32004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8pPr>
            <a:lvl9pPr marL="0" marR="0" indent="365760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45469"/>
                </a:solidFill>
                <a:effectLst/>
                <a:uFillTx/>
                <a:latin typeface="Lato"/>
                <a:ea typeface="Lato"/>
                <a:cs typeface="Lato"/>
              </a:defRPr>
            </a:lvl9pPr>
          </a:lstStyle>
          <a:p>
            <a:r>
              <a:rPr lang="en-US" sz="4400" dirty="0"/>
              <a:t>Contact us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1A988799-6555-EC93-0E52-925BF5AE53A4}"/>
              </a:ext>
            </a:extLst>
          </p:cNvPr>
          <p:cNvSpPr/>
          <p:nvPr/>
        </p:nvSpPr>
        <p:spPr>
          <a:xfrm>
            <a:off x="3217062" y="1000550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89A20701-20A0-215D-FB99-0336F4C4E2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609905" y="1997050"/>
            <a:ext cx="4267505" cy="3531413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162C96E3-419E-A730-D1DF-D1B0C8EB60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09905" y="1997050"/>
            <a:ext cx="4267505" cy="3531413"/>
          </a:xfrm>
          <a:prstGeom prst="rect">
            <a:avLst/>
          </a:prstGeom>
          <a:solidFill>
            <a:srgbClr val="082D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7880FFB6-9907-F541-C216-6EB18AF39D10}"/>
              </a:ext>
            </a:extLst>
          </p:cNvPr>
          <p:cNvSpPr txBox="1"/>
          <p:nvPr/>
        </p:nvSpPr>
        <p:spPr>
          <a:xfrm>
            <a:off x="1067105" y="2454250"/>
            <a:ext cx="346009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Ready to Accelerate Your Digital Journey?</a:t>
            </a:r>
            <a:endParaRPr lang="en-US"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B78A63B2-0B71-70CE-3DF5-8EF95C7BB0A3}"/>
              </a:ext>
            </a:extLst>
          </p:cNvPr>
          <p:cNvSpPr/>
          <p:nvPr/>
        </p:nvSpPr>
        <p:spPr>
          <a:xfrm>
            <a:off x="1067105" y="4537253"/>
            <a:ext cx="261975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FBFFDE8-A16D-3CB9-5FA0-F125295CB310}"/>
              </a:ext>
            </a:extLst>
          </p:cNvPr>
          <p:cNvSpPr txBox="1"/>
          <p:nvPr/>
        </p:nvSpPr>
        <p:spPr>
          <a:xfrm>
            <a:off x="1371600" y="4537253"/>
            <a:ext cx="196138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52B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5"/>
              </a:rPr>
              <a:t>Schedule Consultation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CE9AC42-148F-99D1-BE51-58D10E4211EB}"/>
              </a:ext>
            </a:extLst>
          </p:cNvPr>
          <p:cNvSpPr txBox="1"/>
          <p:nvPr/>
        </p:nvSpPr>
        <p:spPr>
          <a:xfrm>
            <a:off x="1067105" y="3321101"/>
            <a:ext cx="342900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BEAFE">
                    <a:alpha val="90000"/>
                  </a:srgb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Book a discovery call or request a comprehensive digital maturity assessment with our experts today.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EB426EA-1BF3-E3EA-B504-73FF8E7D4E37}"/>
              </a:ext>
            </a:extLst>
          </p:cNvPr>
          <p:cNvSpPr/>
          <p:nvPr/>
        </p:nvSpPr>
        <p:spPr>
          <a:xfrm>
            <a:off x="5181905" y="1390802"/>
            <a:ext cx="3086100" cy="2324405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1BB92F82-B38E-7CD3-AB77-C7B00388D59C}"/>
              </a:ext>
            </a:extLst>
          </p:cNvPr>
          <p:cNvSpPr/>
          <p:nvPr/>
        </p:nvSpPr>
        <p:spPr>
          <a:xfrm>
            <a:off x="5495544" y="1705356"/>
            <a:ext cx="609905" cy="609905"/>
          </a:xfrm>
          <a:prstGeom prst="ellipse">
            <a:avLst/>
          </a:prstGeom>
          <a:solidFill>
            <a:srgbClr val="E6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8E1738B9-612F-C96F-C93E-B7577F45EB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00370" y="1876349"/>
            <a:ext cx="200254" cy="267005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5EA1C0D9-22AB-7D44-C843-5211CE65E627}"/>
              </a:ext>
            </a:extLst>
          </p:cNvPr>
          <p:cNvSpPr txBox="1"/>
          <p:nvPr/>
        </p:nvSpPr>
        <p:spPr>
          <a:xfrm>
            <a:off x="5495544" y="2542946"/>
            <a:ext cx="1838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Visit Us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5016D3E5-20B9-7494-B04F-A527CBD7AD39}"/>
              </a:ext>
            </a:extLst>
          </p:cNvPr>
          <p:cNvSpPr txBox="1"/>
          <p:nvPr/>
        </p:nvSpPr>
        <p:spPr>
          <a:xfrm>
            <a:off x="5495544" y="2771546"/>
            <a:ext cx="183337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Maadi Technology Park,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Block MB3, Building B2,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Cairo, Egypt 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109F1FF3-8F5B-F6C2-7226-06EC606C7DF2}"/>
              </a:ext>
            </a:extLst>
          </p:cNvPr>
          <p:cNvSpPr/>
          <p:nvPr/>
        </p:nvSpPr>
        <p:spPr>
          <a:xfrm>
            <a:off x="8496605" y="1390802"/>
            <a:ext cx="3086100" cy="2324405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B0D3036D-5AFC-D491-BAF4-FFC7D45DBF3D}"/>
              </a:ext>
            </a:extLst>
          </p:cNvPr>
          <p:cNvSpPr/>
          <p:nvPr/>
        </p:nvSpPr>
        <p:spPr>
          <a:xfrm>
            <a:off x="8810244" y="1772107"/>
            <a:ext cx="609905" cy="609905"/>
          </a:xfrm>
          <a:prstGeom prst="ellipse">
            <a:avLst/>
          </a:prstGeom>
          <a:solidFill>
            <a:srgbClr val="E6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35195E8B-E2B2-8316-78AB-1D4ADA7186C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82151" y="1943100"/>
            <a:ext cx="267005" cy="267005"/>
          </a:xfrm>
          <a:prstGeom prst="rect">
            <a:avLst/>
          </a:prstGeom>
        </p:spPr>
      </p:pic>
      <p:sp>
        <p:nvSpPr>
          <p:cNvPr id="20" name="Text 12">
            <a:extLst>
              <a:ext uri="{FF2B5EF4-FFF2-40B4-BE49-F238E27FC236}">
                <a16:creationId xmlns:a16="http://schemas.microsoft.com/office/drawing/2014/main" id="{4552D186-6E9E-02F8-ADCF-50ED04065721}"/>
              </a:ext>
            </a:extLst>
          </p:cNvPr>
          <p:cNvSpPr txBox="1"/>
          <p:nvPr/>
        </p:nvSpPr>
        <p:spPr>
          <a:xfrm>
            <a:off x="8810244" y="2609698"/>
            <a:ext cx="1448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Call Us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0E0C9963-E125-7C69-B39E-3A4C83B3E8CB}"/>
              </a:ext>
            </a:extLst>
          </p:cNvPr>
          <p:cNvSpPr txBox="1"/>
          <p:nvPr/>
        </p:nvSpPr>
        <p:spPr>
          <a:xfrm>
            <a:off x="8810244" y="2838298"/>
            <a:ext cx="159837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+2 02 2120 1430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C0256D13-B47C-416D-72E7-1E95865080FD}"/>
              </a:ext>
            </a:extLst>
          </p:cNvPr>
          <p:cNvSpPr txBox="1"/>
          <p:nvPr/>
        </p:nvSpPr>
        <p:spPr>
          <a:xfrm>
            <a:off x="8810244" y="3143707"/>
            <a:ext cx="1495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Sun-Thu, 9am - 5pm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F37239B8-A0A4-F455-BC64-70CFEE483744}"/>
              </a:ext>
            </a:extLst>
          </p:cNvPr>
          <p:cNvSpPr/>
          <p:nvPr/>
        </p:nvSpPr>
        <p:spPr>
          <a:xfrm>
            <a:off x="5181905" y="3943807"/>
            <a:ext cx="3086100" cy="2190902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5008B68C-F6B0-B9B3-969A-4F92D93087DA}"/>
              </a:ext>
            </a:extLst>
          </p:cNvPr>
          <p:cNvSpPr/>
          <p:nvPr/>
        </p:nvSpPr>
        <p:spPr>
          <a:xfrm>
            <a:off x="5495544" y="4257446"/>
            <a:ext cx="609905" cy="609905"/>
          </a:xfrm>
          <a:prstGeom prst="ellipse">
            <a:avLst/>
          </a:prstGeom>
          <a:solidFill>
            <a:srgbClr val="E6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5" name="Image 7" descr="preencoded.png">
            <a:extLst>
              <a:ext uri="{FF2B5EF4-FFF2-40B4-BE49-F238E27FC236}">
                <a16:creationId xmlns:a16="http://schemas.microsoft.com/office/drawing/2014/main" id="{E0146252-170A-1BB1-B411-11712C22C3C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667451" y="4429354"/>
            <a:ext cx="267005" cy="267005"/>
          </a:xfrm>
          <a:prstGeom prst="rect">
            <a:avLst/>
          </a:prstGeom>
        </p:spPr>
      </p:pic>
      <p:sp>
        <p:nvSpPr>
          <p:cNvPr id="26" name="Text 17">
            <a:extLst>
              <a:ext uri="{FF2B5EF4-FFF2-40B4-BE49-F238E27FC236}">
                <a16:creationId xmlns:a16="http://schemas.microsoft.com/office/drawing/2014/main" id="{2DE7298E-FFFE-96DE-24C0-F6186EC3AD1A}"/>
              </a:ext>
            </a:extLst>
          </p:cNvPr>
          <p:cNvSpPr txBox="1"/>
          <p:nvPr/>
        </p:nvSpPr>
        <p:spPr>
          <a:xfrm>
            <a:off x="5495544" y="5095951"/>
            <a:ext cx="1657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Email Us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21BB4329-9809-C373-B9B6-193EF9E5D325}"/>
              </a:ext>
            </a:extLst>
          </p:cNvPr>
          <p:cNvSpPr txBox="1"/>
          <p:nvPr/>
        </p:nvSpPr>
        <p:spPr>
          <a:xfrm>
            <a:off x="5495544" y="5324551"/>
            <a:ext cx="17099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info@wavz.com.eg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0540EB04-6043-E7C5-5624-7E66040955C7}"/>
              </a:ext>
            </a:extLst>
          </p:cNvPr>
          <p:cNvSpPr txBox="1"/>
          <p:nvPr/>
        </p:nvSpPr>
        <p:spPr>
          <a:xfrm>
            <a:off x="5495544" y="5629046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general inquiries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03ECC37C-2A3B-E9AC-C62F-1EA377D738EF}"/>
              </a:ext>
            </a:extLst>
          </p:cNvPr>
          <p:cNvSpPr/>
          <p:nvPr/>
        </p:nvSpPr>
        <p:spPr>
          <a:xfrm>
            <a:off x="8496605" y="3943807"/>
            <a:ext cx="3086100" cy="2190902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1AFD5E80-0BC0-ADF7-8829-26BBD94257DE}"/>
              </a:ext>
            </a:extLst>
          </p:cNvPr>
          <p:cNvSpPr/>
          <p:nvPr/>
        </p:nvSpPr>
        <p:spPr>
          <a:xfrm>
            <a:off x="8810244" y="4257446"/>
            <a:ext cx="609905" cy="609905"/>
          </a:xfrm>
          <a:prstGeom prst="ellipse">
            <a:avLst/>
          </a:prstGeom>
          <a:solidFill>
            <a:srgbClr val="E6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1" name="Image 8" descr="preencoded.png">
            <a:extLst>
              <a:ext uri="{FF2B5EF4-FFF2-40B4-BE49-F238E27FC236}">
                <a16:creationId xmlns:a16="http://schemas.microsoft.com/office/drawing/2014/main" id="{53C06416-4F17-BC18-BBB2-DB0FB006654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982151" y="4429354"/>
            <a:ext cx="267005" cy="267005"/>
          </a:xfrm>
          <a:prstGeom prst="rect">
            <a:avLst/>
          </a:prstGeom>
        </p:spPr>
      </p:pic>
      <p:sp>
        <p:nvSpPr>
          <p:cNvPr id="32" name="Text 22">
            <a:extLst>
              <a:ext uri="{FF2B5EF4-FFF2-40B4-BE49-F238E27FC236}">
                <a16:creationId xmlns:a16="http://schemas.microsoft.com/office/drawing/2014/main" id="{88A83EC5-CFEC-EE6B-2F1B-88B1DF6A9332}"/>
              </a:ext>
            </a:extLst>
          </p:cNvPr>
          <p:cNvSpPr txBox="1"/>
          <p:nvPr/>
        </p:nvSpPr>
        <p:spPr>
          <a:xfrm>
            <a:off x="8810244" y="5095951"/>
            <a:ext cx="1505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Online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46F4278F-F53B-4F62-6050-4F64D05F7805}"/>
              </a:ext>
            </a:extLst>
          </p:cNvPr>
          <p:cNvSpPr txBox="1"/>
          <p:nvPr/>
        </p:nvSpPr>
        <p:spPr>
          <a:xfrm>
            <a:off x="8810244" y="5324551"/>
            <a:ext cx="1505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wavz.com.eg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C81D875D-76D6-AB10-C209-1EA01499AE31}"/>
              </a:ext>
            </a:extLst>
          </p:cNvPr>
          <p:cNvSpPr txBox="1"/>
          <p:nvPr/>
        </p:nvSpPr>
        <p:spPr>
          <a:xfrm>
            <a:off x="8810244" y="5629046"/>
            <a:ext cx="1700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Latest news &amp; updates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39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Untitled.png" descr="Unti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8227" y="4099697"/>
            <a:ext cx="7105822" cy="2846734"/>
          </a:xfrm>
          <a:prstGeom prst="rect">
            <a:avLst/>
          </a:prstGeom>
          <a:ln w="12700">
            <a:miter lim="400000"/>
          </a:ln>
        </p:spPr>
      </p:pic>
      <p:sp>
        <p:nvSpPr>
          <p:cNvPr id="823" name="CHANGE ENABLERS"/>
          <p:cNvSpPr txBox="1"/>
          <p:nvPr/>
        </p:nvSpPr>
        <p:spPr>
          <a:xfrm>
            <a:off x="3287345" y="2013189"/>
            <a:ext cx="5641607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 spc="1040">
                <a:solidFill>
                  <a:srgbClr val="F2EBE7"/>
                </a:solidFill>
                <a:latin typeface="Nexa Bold"/>
                <a:ea typeface="Nexa Bold"/>
                <a:cs typeface="Nexa Bold"/>
                <a:sym typeface="Nexa Bold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0" cap="none" spc="1040" normalizeH="0" baseline="0" noProof="0" dirty="0">
                <a:ln>
                  <a:noFill/>
                </a:ln>
                <a:solidFill>
                  <a:srgbClr val="F2EBE7"/>
                </a:solidFill>
                <a:effectLst/>
                <a:uLnTx/>
                <a:uFillTx/>
                <a:latin typeface="Nexa Bold"/>
                <a:sym typeface="Nexa Bold"/>
              </a:rPr>
              <a:t>Thank You</a:t>
            </a:r>
            <a:endParaRPr kumimoji="0" sz="8000" b="0" i="0" u="none" strike="noStrike" kern="0" cap="none" spc="1040" normalizeH="0" baseline="0" noProof="0" dirty="0">
              <a:ln>
                <a:noFill/>
              </a:ln>
              <a:solidFill>
                <a:srgbClr val="F2EBE7"/>
              </a:solidFill>
              <a:effectLst/>
              <a:uLnTx/>
              <a:uFillTx/>
              <a:latin typeface="Nexa Bold"/>
              <a:sym typeface="Nexa Bold"/>
            </a:endParaRPr>
          </a:p>
        </p:txBody>
      </p:sp>
      <p:pic>
        <p:nvPicPr>
          <p:cNvPr id="824" name="Untitled.png" descr="Unti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4405" y="4099697"/>
            <a:ext cx="7105822" cy="284673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4125276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445469"/>
      </a:dk1>
      <a:lt1>
        <a:srgbClr val="F6F8F8"/>
      </a:lt1>
      <a:dk2>
        <a:srgbClr val="A7A7A7"/>
      </a:dk2>
      <a:lt2>
        <a:srgbClr val="535353"/>
      </a:lt2>
      <a:accent1>
        <a:srgbClr val="2099D8"/>
      </a:accent1>
      <a:accent2>
        <a:srgbClr val="239CCE"/>
      </a:accent2>
      <a:accent3>
        <a:srgbClr val="27A6C2"/>
      </a:accent3>
      <a:accent4>
        <a:srgbClr val="25B7AB"/>
      </a:accent4>
      <a:accent5>
        <a:srgbClr val="5BBE77"/>
      </a:accent5>
      <a:accent6>
        <a:srgbClr val="7EC44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6F8F8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445469"/>
            </a:solidFill>
            <a:effectLst/>
            <a:uFillTx/>
            <a:latin typeface="Lato"/>
            <a:ea typeface="Lato"/>
            <a:cs typeface="Lato"/>
            <a:sym typeface="Lat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445469"/>
            </a:solidFill>
            <a:effectLst/>
            <a:uFillTx/>
            <a:latin typeface="Lato"/>
            <a:ea typeface="Lato"/>
            <a:cs typeface="Lato"/>
            <a:sym typeface="Lat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rgbClr val="445469"/>
      </a:dk1>
      <a:lt1>
        <a:srgbClr val="F6F8F8"/>
      </a:lt1>
      <a:dk2>
        <a:srgbClr val="A7A7A7"/>
      </a:dk2>
      <a:lt2>
        <a:srgbClr val="535353"/>
      </a:lt2>
      <a:accent1>
        <a:srgbClr val="2099D8"/>
      </a:accent1>
      <a:accent2>
        <a:srgbClr val="239CCE"/>
      </a:accent2>
      <a:accent3>
        <a:srgbClr val="27A6C2"/>
      </a:accent3>
      <a:accent4>
        <a:srgbClr val="25B7AB"/>
      </a:accent4>
      <a:accent5>
        <a:srgbClr val="5BBE77"/>
      </a:accent5>
      <a:accent6>
        <a:srgbClr val="7EC44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6F8F8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445469"/>
            </a:solidFill>
            <a:effectLst/>
            <a:uFillTx/>
            <a:latin typeface="Lato"/>
            <a:ea typeface="Lato"/>
            <a:cs typeface="Lato"/>
            <a:sym typeface="Lat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445469"/>
            </a:solidFill>
            <a:effectLst/>
            <a:uFillTx/>
            <a:latin typeface="Lato"/>
            <a:ea typeface="Lato"/>
            <a:cs typeface="Lato"/>
            <a:sym typeface="Lat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099D8"/>
      </a:accent1>
      <a:accent2>
        <a:srgbClr val="239CCE"/>
      </a:accent2>
      <a:accent3>
        <a:srgbClr val="27A6C2"/>
      </a:accent3>
      <a:accent4>
        <a:srgbClr val="25B7AB"/>
      </a:accent4>
      <a:accent5>
        <a:srgbClr val="5BBE77"/>
      </a:accent5>
      <a:accent6>
        <a:srgbClr val="7EC44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6F8F8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445469"/>
            </a:solidFill>
            <a:effectLst/>
            <a:uFillTx/>
            <a:latin typeface="Lato"/>
            <a:ea typeface="Lato"/>
            <a:cs typeface="Lato"/>
            <a:sym typeface="Lat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445469"/>
            </a:solidFill>
            <a:effectLst/>
            <a:uFillTx/>
            <a:latin typeface="Lato"/>
            <a:ea typeface="Lato"/>
            <a:cs typeface="Lato"/>
            <a:sym typeface="Lat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47791</TotalTime>
  <Words>1293</Words>
  <Application>Microsoft Macintosh PowerPoint</Application>
  <PresentationFormat>Widescreen</PresentationFormat>
  <Paragraphs>232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Arial</vt:lpstr>
      <vt:lpstr>Calibri</vt:lpstr>
      <vt:lpstr>Calibri Light</vt:lpstr>
      <vt:lpstr>Inter</vt:lpstr>
      <vt:lpstr>Lato</vt:lpstr>
      <vt:lpstr>Montserrat</vt:lpstr>
      <vt:lpstr>Nexa Bold</vt:lpstr>
      <vt:lpstr>Poppins</vt:lpstr>
      <vt:lpstr>Wingdings</vt:lpstr>
      <vt:lpstr>1_Office Theme</vt:lpstr>
      <vt:lpstr>Office 2013 - 2022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Salma Hegazy</dc:creator>
  <cp:lastModifiedBy>Mostafa Younes</cp:lastModifiedBy>
  <cp:revision>219</cp:revision>
  <dcterms:modified xsi:type="dcterms:W3CDTF">2026-05-21T09:25:01Z</dcterms:modified>
</cp:coreProperties>
</file>